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80" r:id="rId10"/>
    <p:sldId id="272" r:id="rId11"/>
    <p:sldId id="277" r:id="rId12"/>
    <p:sldId id="278" r:id="rId13"/>
    <p:sldId id="268" r:id="rId14"/>
    <p:sldId id="269" r:id="rId15"/>
    <p:sldId id="271" r:id="rId16"/>
    <p:sldId id="273" r:id="rId17"/>
    <p:sldId id="276" r:id="rId18"/>
    <p:sldId id="279" r:id="rId19"/>
    <p:sldId id="281" r:id="rId20"/>
    <p:sldId id="282" r:id="rId21"/>
    <p:sldId id="274" r:id="rId22"/>
    <p:sldId id="264" r:id="rId23"/>
    <p:sldId id="270" r:id="rId24"/>
    <p:sldId id="263" r:id="rId25"/>
    <p:sldId id="265" r:id="rId26"/>
    <p:sldId id="27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3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7" Type="http://schemas.openxmlformats.org/officeDocument/2006/relationships/image" Target="../media/image41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7" Type="http://schemas.openxmlformats.org/officeDocument/2006/relationships/image" Target="../media/image47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emf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emf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emf"/><Relationship Id="rId5" Type="http://schemas.openxmlformats.org/officeDocument/2006/relationships/image" Target="../media/image58.emf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e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em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emf"/><Relationship Id="rId2" Type="http://schemas.openxmlformats.org/officeDocument/2006/relationships/image" Target="../media/image69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2.emf"/><Relationship Id="rId4" Type="http://schemas.openxmlformats.org/officeDocument/2006/relationships/image" Target="../media/image71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emf"/><Relationship Id="rId2" Type="http://schemas.openxmlformats.org/officeDocument/2006/relationships/image" Target="../media/image73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5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emf"/><Relationship Id="rId2" Type="http://schemas.openxmlformats.org/officeDocument/2006/relationships/image" Target="../media/image76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emf"/><Relationship Id="rId2" Type="http://schemas.openxmlformats.org/officeDocument/2006/relationships/image" Target="../media/image79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2.emf"/><Relationship Id="rId4" Type="http://schemas.openxmlformats.org/officeDocument/2006/relationships/image" Target="../media/image81.em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i="0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879450-5656-2CE7-AAC2-771F11904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533" y="358541"/>
            <a:ext cx="7806088" cy="5854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03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488FF-2D83-0429-36CA-173C8DC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B3E1308-DC15-BB91-9B07-1D38E323937F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728B9A-E017-5984-2DC5-D2257D07FE1E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DD1431-3B2D-0D28-889F-D97765E2994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C90C8C-4A18-A685-3FC9-D9088634E51E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1D82D1-A7DA-3D62-BBF3-A7930961C604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3FE00-26C0-9273-25AD-5A5A70E28784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5B4536F-2619-BAD5-6833-FF3C47801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340" y="1511524"/>
            <a:ext cx="5527509" cy="433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6147F-01B3-479D-C9CD-6E364780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9F8B91-837C-D35D-3980-7A55BCA8D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226" y="1586155"/>
            <a:ext cx="5807074" cy="41796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C08B84-FDAD-8D48-0394-ACB143144429}"/>
              </a:ext>
            </a:extLst>
          </p:cNvPr>
          <p:cNvSpPr txBox="1"/>
          <p:nvPr/>
        </p:nvSpPr>
        <p:spPr>
          <a:xfrm>
            <a:off x="807728" y="33754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r>
              <a:rPr lang="en-GB" dirty="0" err="1"/>
              <a:t>Const</a:t>
            </a:r>
            <a:r>
              <a:rPr lang="en-GB" dirty="0"/>
              <a:t> background set at 0.02, peak amplitude selected manually.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D27A0-FB93-8925-F366-819D0C7AA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31" y="1260879"/>
            <a:ext cx="6004024" cy="44728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6D9A5E-727B-B754-0F30-D6E7E469E3C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1768F-6683-BB34-E280-ACFA8BFB7EFA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F67783-2C53-FD74-D6A7-C1EF932BFF0C}"/>
              </a:ext>
            </a:extLst>
          </p:cNvPr>
          <p:cNvSpPr/>
          <p:nvPr/>
        </p:nvSpPr>
        <p:spPr>
          <a:xfrm>
            <a:off x="2240399" y="2069736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003580-713C-F8EA-7C09-6364232CA56C}"/>
              </a:ext>
            </a:extLst>
          </p:cNvPr>
          <p:cNvSpPr/>
          <p:nvPr/>
        </p:nvSpPr>
        <p:spPr>
          <a:xfrm>
            <a:off x="2991638" y="2093943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D46E2B-C261-7871-750E-C6F4483EE93A}"/>
              </a:ext>
            </a:extLst>
          </p:cNvPr>
          <p:cNvSpPr/>
          <p:nvPr/>
        </p:nvSpPr>
        <p:spPr>
          <a:xfrm rot="5400000">
            <a:off x="3176886" y="2302346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BAE54-AC09-655B-C710-B3B359C7D20E}"/>
              </a:ext>
            </a:extLst>
          </p:cNvPr>
          <p:cNvSpPr/>
          <p:nvPr/>
        </p:nvSpPr>
        <p:spPr>
          <a:xfrm rot="5400000">
            <a:off x="3121808" y="2996827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208023-680A-40F7-1044-41AF4D72ED57}"/>
              </a:ext>
            </a:extLst>
          </p:cNvPr>
          <p:cNvSpPr txBox="1"/>
          <p:nvPr/>
        </p:nvSpPr>
        <p:spPr>
          <a:xfrm>
            <a:off x="9772648" y="5568950"/>
            <a:ext cx="620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2.33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5BE9A-5E4C-CB90-BE08-99E9F53F0E58}"/>
              </a:ext>
            </a:extLst>
          </p:cNvPr>
          <p:cNvSpPr txBox="1"/>
          <p:nvPr/>
        </p:nvSpPr>
        <p:spPr>
          <a:xfrm>
            <a:off x="10307173" y="5528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rgbClr val="FF0000"/>
                </a:solidFill>
              </a:rPr>
              <a:t>Sqrt(1+2.7^2)</a:t>
            </a:r>
            <a:r>
              <a:rPr lang="en-GB" dirty="0">
                <a:solidFill>
                  <a:srgbClr val="FF0000"/>
                </a:solidFill>
              </a:rPr>
              <a:t>=2.88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88C94-A222-AF50-A63E-BFB3E27CF29C}"/>
              </a:ext>
            </a:extLst>
          </p:cNvPr>
          <p:cNvSpPr txBox="1"/>
          <p:nvPr/>
        </p:nvSpPr>
        <p:spPr>
          <a:xfrm>
            <a:off x="8725708" y="559700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2.59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6E06BD-D724-BDC4-A45F-E5169625E39F}"/>
              </a:ext>
            </a:extLst>
          </p:cNvPr>
          <p:cNvSpPr txBox="1"/>
          <p:nvPr/>
        </p:nvSpPr>
        <p:spPr>
          <a:xfrm>
            <a:off x="5866715" y="5597004"/>
            <a:ext cx="176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</a:rPr>
              <a:t>Sqrt(2^2+0.3^2)=</a:t>
            </a:r>
            <a:r>
              <a:rPr lang="en-GB" dirty="0">
                <a:solidFill>
                  <a:srgbClr val="00B050"/>
                </a:solidFill>
              </a:rPr>
              <a:t>2.03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A7D9F3-47FD-4666-B14D-B74E8CDD3064}"/>
              </a:ext>
            </a:extLst>
          </p:cNvPr>
          <p:cNvCxnSpPr>
            <a:cxnSpLocks/>
          </p:cNvCxnSpPr>
          <p:nvPr/>
        </p:nvCxnSpPr>
        <p:spPr>
          <a:xfrm>
            <a:off x="7004050" y="189865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F3308D-C7A8-0897-794D-AC70E247FF41}"/>
              </a:ext>
            </a:extLst>
          </p:cNvPr>
          <p:cNvCxnSpPr>
            <a:cxnSpLocks/>
          </p:cNvCxnSpPr>
          <p:nvPr/>
        </p:nvCxnSpPr>
        <p:spPr>
          <a:xfrm>
            <a:off x="9036050" y="193040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B187F5-65C7-8203-072B-C49413C41194}"/>
              </a:ext>
            </a:extLst>
          </p:cNvPr>
          <p:cNvCxnSpPr>
            <a:cxnSpLocks/>
          </p:cNvCxnSpPr>
          <p:nvPr/>
        </p:nvCxnSpPr>
        <p:spPr>
          <a:xfrm>
            <a:off x="10140950" y="23558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43BD3CF-E62F-ABC7-04FF-F981EF505E5C}"/>
              </a:ext>
            </a:extLst>
          </p:cNvPr>
          <p:cNvCxnSpPr>
            <a:cxnSpLocks/>
          </p:cNvCxnSpPr>
          <p:nvPr/>
        </p:nvCxnSpPr>
        <p:spPr>
          <a:xfrm>
            <a:off x="10591800" y="32956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554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0EBD-CD40-A1FB-76F1-6F2C247FC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83DC2E-2570-82E3-78F4-23489D167D51}"/>
              </a:ext>
            </a:extLst>
          </p:cNvPr>
          <p:cNvSpPr txBox="1"/>
          <p:nvPr/>
        </p:nvSpPr>
        <p:spPr>
          <a:xfrm>
            <a:off x="807729" y="33675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 Different issue. Peaks fitted with common background for each colour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A46D0-248F-7996-9F39-DDCCC25BD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613F42A-8BE9-5865-BB2B-51C11D2A383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0CFE9E-B60D-4F40-C9DF-13DBC300D034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A7B773-537B-80DD-BC19-8212F93B1CD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A55887-656D-C5D7-AB45-8AB41CC24839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CEA2D1-8C7E-6DE8-5F19-C805A638DA29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984369-3CA0-6B1F-2B56-B7CAA51B721E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ABF962-0C1A-B21B-F66F-34568E787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50" y="1600298"/>
            <a:ext cx="5870000" cy="399855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7B485EF-A4A2-86FD-EA24-8DA33F0687B5}"/>
              </a:ext>
            </a:extLst>
          </p:cNvPr>
          <p:cNvCxnSpPr/>
          <p:nvPr/>
        </p:nvCxnSpPr>
        <p:spPr>
          <a:xfrm>
            <a:off x="7067550" y="3162300"/>
            <a:ext cx="0" cy="217170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595389-C521-DD9A-49DE-846C0DE68AF3}"/>
              </a:ext>
            </a:extLst>
          </p:cNvPr>
          <p:cNvSpPr txBox="1"/>
          <p:nvPr/>
        </p:nvSpPr>
        <p:spPr>
          <a:xfrm>
            <a:off x="6757208" y="554661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2.03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2B0668-0FFF-F142-1B5B-742EB0146C1F}"/>
              </a:ext>
            </a:extLst>
          </p:cNvPr>
          <p:cNvCxnSpPr>
            <a:cxnSpLocks/>
          </p:cNvCxnSpPr>
          <p:nvPr/>
        </p:nvCxnSpPr>
        <p:spPr>
          <a:xfrm>
            <a:off x="8572500" y="2273300"/>
            <a:ext cx="0" cy="31178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7E4510-D441-72A4-F1C1-98B5CD273915}"/>
              </a:ext>
            </a:extLst>
          </p:cNvPr>
          <p:cNvSpPr txBox="1"/>
          <p:nvPr/>
        </p:nvSpPr>
        <p:spPr>
          <a:xfrm>
            <a:off x="8275666" y="559885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3A4CB8-FFDB-9331-F108-5FE16651869D}"/>
              </a:ext>
            </a:extLst>
          </p:cNvPr>
          <p:cNvSpPr txBox="1"/>
          <p:nvPr/>
        </p:nvSpPr>
        <p:spPr>
          <a:xfrm>
            <a:off x="10465605" y="547325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2.88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A4EA4A-43E8-C06A-6A9B-D133701D6BD1}"/>
              </a:ext>
            </a:extLst>
          </p:cNvPr>
          <p:cNvCxnSpPr>
            <a:cxnSpLocks/>
          </p:cNvCxnSpPr>
          <p:nvPr/>
        </p:nvCxnSpPr>
        <p:spPr>
          <a:xfrm>
            <a:off x="10674350" y="33845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1381-EE0F-E32A-BD87-E825B63C3F1F}"/>
              </a:ext>
            </a:extLst>
          </p:cNvPr>
          <p:cNvCxnSpPr>
            <a:cxnSpLocks/>
          </p:cNvCxnSpPr>
          <p:nvPr/>
        </p:nvCxnSpPr>
        <p:spPr>
          <a:xfrm>
            <a:off x="9144000" y="2425700"/>
            <a:ext cx="0" cy="14776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055482C-3638-BE7F-E8CB-718631FF8862}"/>
              </a:ext>
            </a:extLst>
          </p:cNvPr>
          <p:cNvSpPr txBox="1"/>
          <p:nvPr/>
        </p:nvSpPr>
        <p:spPr>
          <a:xfrm>
            <a:off x="9204386" y="224103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1.68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1168984-63E0-FF43-B771-AE1FC504D0C7}"/>
              </a:ext>
            </a:extLst>
          </p:cNvPr>
          <p:cNvCxnSpPr>
            <a:cxnSpLocks/>
          </p:cNvCxnSpPr>
          <p:nvPr/>
        </p:nvCxnSpPr>
        <p:spPr>
          <a:xfrm>
            <a:off x="10109200" y="24447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82F7A6F-9C93-93F7-7B75-605B2DFC5AE2}"/>
              </a:ext>
            </a:extLst>
          </p:cNvPr>
          <p:cNvSpPr txBox="1"/>
          <p:nvPr/>
        </p:nvSpPr>
        <p:spPr>
          <a:xfrm>
            <a:off x="9772649" y="55213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2.33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7A466D5-0516-EADC-D679-65E9081D18A7}"/>
              </a:ext>
            </a:extLst>
          </p:cNvPr>
          <p:cNvCxnSpPr>
            <a:cxnSpLocks/>
          </p:cNvCxnSpPr>
          <p:nvPr/>
        </p:nvCxnSpPr>
        <p:spPr>
          <a:xfrm>
            <a:off x="9144000" y="4003675"/>
            <a:ext cx="0" cy="150812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07FA98D-053C-C252-5367-D1946057826D}"/>
              </a:ext>
            </a:extLst>
          </p:cNvPr>
          <p:cNvSpPr txBox="1"/>
          <p:nvPr/>
        </p:nvSpPr>
        <p:spPr>
          <a:xfrm>
            <a:off x="8859055" y="554355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2.61</a:t>
            </a:r>
          </a:p>
        </p:txBody>
      </p:sp>
    </p:spTree>
    <p:extLst>
      <p:ext uri="{BB962C8B-B14F-4D97-AF65-F5344CB8AC3E}">
        <p14:creationId xmlns:p14="http://schemas.microsoft.com/office/powerpoint/2010/main" val="1631880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its intensity.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4448A2-9F87-1BD0-5882-A0C414A8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96" y="1063132"/>
            <a:ext cx="10939120" cy="540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FB60AE-2498-60AA-98E7-894F9E59F028}"/>
              </a:ext>
            </a:extLst>
          </p:cNvPr>
          <p:cNvSpPr txBox="1"/>
          <p:nvPr/>
        </p:nvSpPr>
        <p:spPr>
          <a:xfrm>
            <a:off x="530444" y="274945"/>
            <a:ext cx="10541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peaks, for Ei400, &lt;110&gt; and &lt;200&gt; cuts combined. Cut &lt;110&gt; used up to 190meV; Cut 200 from 200. </a:t>
            </a:r>
          </a:p>
          <a:p>
            <a:r>
              <a:rPr lang="en-GB" dirty="0"/>
              <a:t>Red marks – fit 400meV; &lt;200&gt;  using whole dataset, fixed slope background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313511-2D76-D926-0D5B-A8A791888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9366"/>
            <a:ext cx="4190001" cy="25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A9975C-788A-BDF2-CAB4-B2946A966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369" y="1104208"/>
            <a:ext cx="4052632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3780944-136B-A94D-CC44-B22C0D211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855" y="1104208"/>
            <a:ext cx="4070769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0DC7BEA-11B1-1EBF-DF7D-E09482ABFA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71878"/>
            <a:ext cx="3961151" cy="23861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238D9D5-1D8B-ABE7-98EA-C55D080D1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0850" y="4471878"/>
            <a:ext cx="3961151" cy="23861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3AD5C12-E4BE-CFCF-39E1-D6FE8B2436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700" y="4355666"/>
            <a:ext cx="4052632" cy="24412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FB0B7C1-5964-BAAD-07DC-DD4F362225F6}"/>
              </a:ext>
            </a:extLst>
          </p:cNvPr>
          <p:cNvSpPr txBox="1"/>
          <p:nvPr/>
        </p:nvSpPr>
        <p:spPr>
          <a:xfrm>
            <a:off x="374007" y="3977658"/>
            <a:ext cx="8716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 for Ei400, &lt;110&gt; and refit upper part of &lt;200&gt; cuts using fixed 2exp </a:t>
            </a:r>
            <a:r>
              <a:rPr lang="en-GB" dirty="0" err="1"/>
              <a:t>bg</a:t>
            </a:r>
            <a:r>
              <a:rPr lang="en-GB" dirty="0"/>
              <a:t> + delta.</a:t>
            </a:r>
          </a:p>
        </p:txBody>
      </p:sp>
    </p:spTree>
    <p:extLst>
      <p:ext uri="{BB962C8B-B14F-4D97-AF65-F5344CB8AC3E}">
        <p14:creationId xmlns:p14="http://schemas.microsoft.com/office/powerpoint/2010/main" val="3503802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F0140A7-4EA3-AAC2-25BB-136C918FBD41}"/>
              </a:ext>
            </a:extLst>
          </p:cNvPr>
          <p:cNvSpPr txBox="1"/>
          <p:nvPr/>
        </p:nvSpPr>
        <p:spPr>
          <a:xfrm>
            <a:off x="248356" y="333022"/>
            <a:ext cx="6425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Peak fitting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  DSHO fit in whole cut area, appropriate BZ; GH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EE55FB-4D4C-CD80-E47A-3767BB227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4" y="1134452"/>
            <a:ext cx="6519333" cy="21082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A79CE9-76F3-701D-77C0-01ADB92CB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583" y="224426"/>
            <a:ext cx="2274542" cy="16269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99711C-2BCE-ADFA-FD0A-FBA746B83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012" y="1867668"/>
            <a:ext cx="2377684" cy="154657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33F45D-423F-AC89-6939-6A9A5CE5CF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1125" y="312582"/>
            <a:ext cx="2077792" cy="145063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63BABE9-E6BB-ADC8-CFEF-924B8782E9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125" y="1815705"/>
            <a:ext cx="2195675" cy="16505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ECD5094-BEC2-9542-C610-CA9B5D78D9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560195"/>
            <a:ext cx="12192000" cy="277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735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C7FB91-AE29-C390-5175-719E0305E839}"/>
              </a:ext>
            </a:extLst>
          </p:cNvPr>
          <p:cNvSpPr txBox="1"/>
          <p:nvPr/>
        </p:nvSpPr>
        <p:spPr>
          <a:xfrm>
            <a:off x="248356" y="333022"/>
            <a:ext cx="6425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Peak fitting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DSHO fit in whole cut area, appropriate BZ; GP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BF5052-B620-F4A8-8CC7-3F5BA7B0F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8" y="1205734"/>
            <a:ext cx="10899422" cy="222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49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166796</TotalTime>
  <Words>617</Words>
  <Application>Microsoft Office PowerPoint</Application>
  <PresentationFormat>Widescreen</PresentationFormat>
  <Paragraphs>63</Paragraphs>
  <Slides>26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70</cp:revision>
  <dcterms:created xsi:type="dcterms:W3CDTF">2025-07-08T11:01:33Z</dcterms:created>
  <dcterms:modified xsi:type="dcterms:W3CDTF">2026-08-27T12:20:28Z</dcterms:modified>
</cp:coreProperties>
</file>