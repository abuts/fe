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8" r:id="rId10"/>
    <p:sldId id="269" r:id="rId11"/>
    <p:sldId id="271" r:id="rId12"/>
    <p:sldId id="270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8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7" Type="http://schemas.openxmlformats.org/officeDocument/2006/relationships/image" Target="../media/image35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emf"/><Relationship Id="rId5" Type="http://schemas.openxmlformats.org/officeDocument/2006/relationships/image" Target="../media/image33.emf"/><Relationship Id="rId4" Type="http://schemas.openxmlformats.org/officeDocument/2006/relationships/image" Target="../media/image32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emf"/><Relationship Id="rId4" Type="http://schemas.openxmlformats.org/officeDocument/2006/relationships/image" Target="../media/image47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image" Target="../media/image49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emf"/><Relationship Id="rId4" Type="http://schemas.openxmlformats.org/officeDocument/2006/relationships/image" Target="../media/image5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302698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854909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672030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599089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94102" y="4081220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</a:t>
            </a:r>
            <a:r>
              <a:rPr lang="en-GB"/>
              <a:t>of SW? </a:t>
            </a:r>
            <a:r>
              <a:rPr lang="en-GB" dirty="0"/>
              <a:t>Strange</a:t>
            </a:r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9" y="3691467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93332</TotalTime>
  <Words>228</Words>
  <Application>Microsoft Office PowerPoint</Application>
  <PresentationFormat>Widescreen</PresentationFormat>
  <Paragraphs>33</Paragraphs>
  <Slides>15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42</cp:revision>
  <dcterms:created xsi:type="dcterms:W3CDTF">2025-07-08T11:01:33Z</dcterms:created>
  <dcterms:modified xsi:type="dcterms:W3CDTF">2026-06-10T08:21:14Z</dcterms:modified>
</cp:coreProperties>
</file>