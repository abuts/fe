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12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FC4D49F-E8EA-6260-F122-6575298E7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089" y="327864"/>
            <a:ext cx="4375087" cy="32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4686</TotalTime>
  <Words>49</Words>
  <Application>Microsoft Office PowerPoint</Application>
  <PresentationFormat>Widescreen</PresentationFormat>
  <Paragraphs>10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18</cp:revision>
  <dcterms:created xsi:type="dcterms:W3CDTF">2025-07-08T11:01:33Z</dcterms:created>
  <dcterms:modified xsi:type="dcterms:W3CDTF">2025-12-05T15:11:00Z</dcterms:modified>
</cp:coreProperties>
</file>