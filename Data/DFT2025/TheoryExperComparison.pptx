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72" r:id="rId10"/>
    <p:sldId id="268" r:id="rId11"/>
    <p:sldId id="269" r:id="rId12"/>
    <p:sldId id="271" r:id="rId13"/>
    <p:sldId id="273" r:id="rId14"/>
    <p:sldId id="276" r:id="rId15"/>
    <p:sldId id="274" r:id="rId16"/>
    <p:sldId id="264" r:id="rId17"/>
    <p:sldId id="270" r:id="rId18"/>
    <p:sldId id="263" r:id="rId19"/>
    <p:sldId id="265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33" autoAdjust="0"/>
    <p:restoredTop sz="94660"/>
  </p:normalViewPr>
  <p:slideViewPr>
    <p:cSldViewPr snapToGrid="0">
      <p:cViewPr varScale="1">
        <p:scale>
          <a:sx n="131" d="100"/>
          <a:sy n="131" d="100"/>
        </p:scale>
        <p:origin x="88" y="5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7" Type="http://schemas.openxmlformats.org/officeDocument/2006/relationships/image" Target="../media/image36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emf"/><Relationship Id="rId5" Type="http://schemas.openxmlformats.org/officeDocument/2006/relationships/image" Target="../media/image34.emf"/><Relationship Id="rId4" Type="http://schemas.openxmlformats.org/officeDocument/2006/relationships/image" Target="../media/image33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7" Type="http://schemas.openxmlformats.org/officeDocument/2006/relationships/image" Target="../media/image42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7" Type="http://schemas.openxmlformats.org/officeDocument/2006/relationships/image" Target="../media/image48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emf"/><Relationship Id="rId5" Type="http://schemas.openxmlformats.org/officeDocument/2006/relationships/image" Target="../media/image46.emf"/><Relationship Id="rId4" Type="http://schemas.openxmlformats.org/officeDocument/2006/relationships/image" Target="../media/image45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emf"/><Relationship Id="rId4" Type="http://schemas.openxmlformats.org/officeDocument/2006/relationships/image" Target="../media/image5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55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emf"/><Relationship Id="rId2" Type="http://schemas.openxmlformats.org/officeDocument/2006/relationships/image" Target="../media/image58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4.emf"/><Relationship Id="rId4" Type="http://schemas.openxmlformats.org/officeDocument/2006/relationships/image" Target="../media/image63.e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1F4E79-57A6-D533-94A7-571DC0160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075" y="1166473"/>
            <a:ext cx="7689850" cy="508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(markers) and fit peak(connected)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8C3CC0-C03F-FBEC-A8B8-53787FE8F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91884"/>
            <a:ext cx="4184551" cy="24489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57BD666-C555-410D-359D-19680560DE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740" y="4254461"/>
            <a:ext cx="4359734" cy="2551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C214B35-100E-5BD5-918D-4999E1FDB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8745" y="4341817"/>
            <a:ext cx="4210469" cy="246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A2C529-8383-25BF-F564-955505B9BF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188"/>
            <a:ext cx="12192000" cy="55236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781B78-0E76-3386-7AAE-E090150EEAA8}"/>
              </a:ext>
            </a:extLst>
          </p:cNvPr>
          <p:cNvSpPr txBox="1"/>
          <p:nvPr/>
        </p:nvSpPr>
        <p:spPr>
          <a:xfrm>
            <a:off x="339420" y="44742"/>
            <a:ext cx="11440776" cy="92333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Peak fitting. Comparison between fitting background with fixed slope (</a:t>
            </a:r>
            <a:r>
              <a:rPr lang="en-GB" dirty="0" err="1"/>
              <a:t>bg</a:t>
            </a:r>
            <a:r>
              <a:rPr lang="en-GB" dirty="0"/>
              <a:t> intensity changes –lower fig)</a:t>
            </a:r>
          </a:p>
          <a:p>
            <a:r>
              <a:rPr lang="en-GB" dirty="0"/>
              <a:t> and variable slope  (intensity and slope change – upper figs).</a:t>
            </a:r>
          </a:p>
          <a:p>
            <a:r>
              <a:rPr lang="en-GB" dirty="0"/>
              <a:t>3 incident energies. Dots – fitting whole 2D cut, lines – fitting peak cut up to 0.8 </a:t>
            </a:r>
            <a:r>
              <a:rPr lang="en-GB"/>
              <a:t>its intensity.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0932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147648</TotalTime>
  <Words>422</Words>
  <Application>Microsoft Office PowerPoint</Application>
  <PresentationFormat>Widescreen</PresentationFormat>
  <Paragraphs>43</Paragraphs>
  <Slides>20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54</cp:revision>
  <dcterms:created xsi:type="dcterms:W3CDTF">2025-07-08T11:01:33Z</dcterms:created>
  <dcterms:modified xsi:type="dcterms:W3CDTF">2026-08-13T14:06:32Z</dcterms:modified>
</cp:coreProperties>
</file>