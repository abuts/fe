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72" r:id="rId10"/>
    <p:sldId id="268" r:id="rId11"/>
    <p:sldId id="269" r:id="rId12"/>
    <p:sldId id="271" r:id="rId13"/>
    <p:sldId id="273" r:id="rId14"/>
    <p:sldId id="276" r:id="rId15"/>
    <p:sldId id="274" r:id="rId16"/>
    <p:sldId id="264" r:id="rId17"/>
    <p:sldId id="270" r:id="rId18"/>
    <p:sldId id="263" r:id="rId19"/>
    <p:sldId id="265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33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96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36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emf"/><Relationship Id="rId4" Type="http://schemas.openxmlformats.org/officeDocument/2006/relationships/image" Target="../media/image5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image" Target="../media/image55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emf"/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emf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1F4E79-57A6-D533-94A7-571DC0160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075" y="1166473"/>
            <a:ext cx="7689850" cy="50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147864</TotalTime>
  <Words>422</Words>
  <Application>Microsoft Office PowerPoint</Application>
  <PresentationFormat>Widescreen</PresentationFormat>
  <Paragraphs>43</Paragraphs>
  <Slides>20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56</cp:revision>
  <dcterms:created xsi:type="dcterms:W3CDTF">2025-07-08T11:01:33Z</dcterms:created>
  <dcterms:modified xsi:type="dcterms:W3CDTF">2026-08-13T17:43:19Z</dcterms:modified>
</cp:coreProperties>
</file>