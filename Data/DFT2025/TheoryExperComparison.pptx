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72" r:id="rId10"/>
    <p:sldId id="277" r:id="rId11"/>
    <p:sldId id="278" r:id="rId12"/>
    <p:sldId id="268" r:id="rId13"/>
    <p:sldId id="269" r:id="rId14"/>
    <p:sldId id="271" r:id="rId15"/>
    <p:sldId id="273" r:id="rId16"/>
    <p:sldId id="276" r:id="rId17"/>
    <p:sldId id="274" r:id="rId18"/>
    <p:sldId id="264" r:id="rId19"/>
    <p:sldId id="270" r:id="rId20"/>
    <p:sldId id="263" r:id="rId21"/>
    <p:sldId id="265" r:id="rId22"/>
    <p:sldId id="27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733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52" y="9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7" Type="http://schemas.openxmlformats.org/officeDocument/2006/relationships/image" Target="../media/image40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emf"/><Relationship Id="rId5" Type="http://schemas.openxmlformats.org/officeDocument/2006/relationships/image" Target="../media/image38.emf"/><Relationship Id="rId4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7" Type="http://schemas.openxmlformats.org/officeDocument/2006/relationships/image" Target="../media/image46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emf"/><Relationship Id="rId5" Type="http://schemas.openxmlformats.org/officeDocument/2006/relationships/image" Target="../media/image44.emf"/><Relationship Id="rId4" Type="http://schemas.openxmlformats.org/officeDocument/2006/relationships/image" Target="../media/image4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7" Type="http://schemas.openxmlformats.org/officeDocument/2006/relationships/image" Target="../media/image52.emf"/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emf"/><Relationship Id="rId5" Type="http://schemas.openxmlformats.org/officeDocument/2006/relationships/image" Target="../media/image50.emf"/><Relationship Id="rId4" Type="http://schemas.openxmlformats.org/officeDocument/2006/relationships/image" Target="../media/image49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5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8.emf"/><Relationship Id="rId4" Type="http://schemas.openxmlformats.org/officeDocument/2006/relationships/image" Target="../media/image57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emf"/><Relationship Id="rId2" Type="http://schemas.openxmlformats.org/officeDocument/2006/relationships/image" Target="../media/image5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emf"/><Relationship Id="rId2" Type="http://schemas.openxmlformats.org/officeDocument/2006/relationships/image" Target="../media/image62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emf"/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8.emf"/><Relationship Id="rId4" Type="http://schemas.openxmlformats.org/officeDocument/2006/relationships/image" Target="../media/image67.em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313071" y="2057624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73470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82942" y="233262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151762</TotalTime>
  <Words>479</Words>
  <Application>Microsoft Office PowerPoint</Application>
  <PresentationFormat>Widescreen</PresentationFormat>
  <Paragraphs>56</Paragraphs>
  <Slides>22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63</cp:revision>
  <dcterms:created xsi:type="dcterms:W3CDTF">2025-07-08T11:01:33Z</dcterms:created>
  <dcterms:modified xsi:type="dcterms:W3CDTF">2026-08-16T10:40:26Z</dcterms:modified>
</cp:coreProperties>
</file>