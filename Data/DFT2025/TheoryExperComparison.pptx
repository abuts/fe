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8" r:id="rId10"/>
    <p:sldId id="269" r:id="rId11"/>
    <p:sldId id="270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8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7" Type="http://schemas.openxmlformats.org/officeDocument/2006/relationships/image" Target="../media/image35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emf"/><Relationship Id="rId5" Type="http://schemas.openxmlformats.org/officeDocument/2006/relationships/image" Target="../media/image33.emf"/><Relationship Id="rId4" Type="http://schemas.openxmlformats.org/officeDocument/2006/relationships/image" Target="../media/image32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5.emf"/><Relationship Id="rId4" Type="http://schemas.openxmlformats.org/officeDocument/2006/relationships/image" Target="../media/image44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emf"/><Relationship Id="rId2" Type="http://schemas.openxmlformats.org/officeDocument/2006/relationships/image" Target="../media/image46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emf"/><Relationship Id="rId4" Type="http://schemas.openxmlformats.org/officeDocument/2006/relationships/image" Target="../media/image4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79" y="3691467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76413</TotalTime>
  <Words>183</Words>
  <Application>Microsoft Office PowerPoint</Application>
  <PresentationFormat>Widescreen</PresentationFormat>
  <Paragraphs>29</Paragraphs>
  <Slides>14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Menlo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40</cp:revision>
  <dcterms:created xsi:type="dcterms:W3CDTF">2025-07-08T11:01:33Z</dcterms:created>
  <dcterms:modified xsi:type="dcterms:W3CDTF">2026-05-28T19:54:48Z</dcterms:modified>
</cp:coreProperties>
</file>