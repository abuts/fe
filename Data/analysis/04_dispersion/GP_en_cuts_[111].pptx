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88" autoAdjust="0"/>
    <p:restoredTop sz="94660"/>
  </p:normalViewPr>
  <p:slideViewPr>
    <p:cSldViewPr snapToGrid="0">
      <p:cViewPr varScale="1">
        <p:scale>
          <a:sx n="77" d="100"/>
          <a:sy n="77" d="100"/>
        </p:scale>
        <p:origin x="84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3F419-3551-E7EA-F5C3-CB582BDBA2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0E10F-12C5-761C-B030-F1706CF31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7D6E1-8D4A-6E68-1A8F-AACE3FB12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8F69C-A7C6-528F-502B-3E058C1D8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B670A-A972-BCDF-3FE3-3B040C527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1908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91AD8-A9AB-C352-CF70-02F8BDF2B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6CE6A-4975-C423-A49B-99A99A030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814A7-A012-6502-91CC-92B7035EE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88ABA-952C-D442-95DF-B64A658B5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A0826-8271-13EE-DA9F-182E2F8A3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1214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D1487-5F36-5ADA-16E3-834F367EB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F639E-F092-4ECF-36FE-738587F3D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B7EBA-998A-BFA7-8272-FA1F36853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0F4AB-90EE-300B-B003-E08624007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EB844-FD53-E0DB-FA22-43471A60D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3968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8F598-FAFF-3DFA-B395-EF975EF9F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D9A76-5BD4-0426-E63C-88642BA765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81FFF-3A99-46E5-7821-F18341B418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238C73-095D-A69D-AD5A-56F1D9512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4764D0-7D94-4107-BAE5-7A0DD7569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32EF89-BD69-FE18-2010-41F8C00BC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4258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0E09C-8C21-E284-72F6-3340D5817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89EAF-6BBF-A56B-59FF-09EFEF033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062D2-A3EB-3DB9-4031-7414A34F9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EF916B-796B-7FA6-369A-A81ACCFEAF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D239AD-641A-385E-9DD4-7A72D777BC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D53B4F-23D2-69A6-30FF-C57313591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81D158-4C83-0D29-A6D9-E62557B2E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0D78A3-FE4A-EEA2-4ACA-4C734FFE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3753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EE0C6-377E-3469-A5A7-B78E02701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340574-82A2-8BAA-3947-59D116D33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7B7FD-0A52-860F-836D-A4877D37B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1B02BD-DD52-BC64-71E9-825AFF9D0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2767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70D325-D770-6966-1CF0-331F07569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3AB50F-A718-4872-FDB7-B1C82629C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04393-EC42-429A-8F29-EAFA7C2AF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8240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64DE1-9CED-31D3-8EC7-A9C538B4A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FEAD6-6521-1F1B-58DF-AA7E88F42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51FB61-598E-6259-B373-793E508DE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4CF01-56DC-3FD3-306C-347043A73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74D9BD-7CF6-67FA-1465-039F8CF5D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23B30-DF45-C879-A062-25421EC99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9427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69884-E73A-14FE-E76A-0EBF697BE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B63B76-45BF-54E9-44ED-34BC322EF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51B557-ADC1-2747-CA13-6FFF57B751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41BAC9-320B-DD62-069A-5511C86BE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09706-301A-1D4D-CCCB-07F6F066D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A098E-866D-4F32-055B-9FF3E0A2F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8432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094C1-4767-FBC7-33EA-A169F82D2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F409A-6F41-1640-39AA-6BC144CA6C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FCDBD-EE3C-C59C-62E7-AB9D0D813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1DE10-F70C-0B32-7A62-B7A20BFA6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01491-F175-3ED4-E8BF-101CC61CE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832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722A1B-CA41-1E78-F8EC-4D3196A369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09ABF9-A2AD-D1C9-4270-794E9AE5B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1E763-FBBF-5271-FD43-11FACCBD3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3D878-B843-D77C-0BB5-4C1DA9C74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4CDAF-5933-32E0-81A8-CC03B4B94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31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1D0066-416D-3590-C184-3DCA37D7D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B6247-26A7-6904-5179-C89B6CB55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34C49-C4F1-B98A-5A15-F715969F4D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3C9A7F-A4D0-47D6-B3FA-3E3F62E0CCCD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7D347-C627-200D-510D-7278E9A5B2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3DEAC-30EE-3D0B-E638-340C8AF3FB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2877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B31C966-9927-92CE-2A5D-0F20F04D0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914" y="381346"/>
            <a:ext cx="5887272" cy="44773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B5CD12-4AB2-5227-DDAA-89B68D6D17EC}"/>
              </a:ext>
            </a:extLst>
          </p:cNvPr>
          <p:cNvSpPr txBox="1"/>
          <p:nvPr/>
        </p:nvSpPr>
        <p:spPr>
          <a:xfrm>
            <a:off x="1002014" y="5688050"/>
            <a:ext cx="8315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 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w2nbg = cut(src800sym3,line_proj,0.04,0.04,[-0.1,0.1],[95,105])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C18845-3BDB-66FC-7465-8E0322DB8799}"/>
              </a:ext>
            </a:extLst>
          </p:cNvPr>
          <p:cNvSpPr txBox="1"/>
          <p:nvPr/>
        </p:nvSpPr>
        <p:spPr>
          <a:xfrm>
            <a:off x="9852338" y="381346"/>
            <a:ext cx="48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GP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98737F-75F4-BD74-C216-1620D9BD5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17" y="472787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650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9D6039C-1B5B-E281-0289-86695C26EDA4}"/>
              </a:ext>
            </a:extLst>
          </p:cNvPr>
          <p:cNvSpPr txBox="1"/>
          <p:nvPr/>
        </p:nvSpPr>
        <p:spPr>
          <a:xfrm>
            <a:off x="450643" y="238535"/>
            <a:ext cx="1435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GP  800 </a:t>
            </a:r>
            <a:r>
              <a:rPr lang="en-GB" dirty="0" err="1"/>
              <a:t>meV</a:t>
            </a:r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0D46444-5BDF-15AF-E4C5-989ACF22F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59" y="958900"/>
            <a:ext cx="4324004" cy="324300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D619DDF-6496-EC6F-2AB3-E70F98156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6658"/>
            <a:ext cx="3868790" cy="30673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F1B7E08-7F70-60BC-855D-F9096CB31D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5496" y="1016658"/>
            <a:ext cx="4085463" cy="306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230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BC4535-2F00-F732-083D-01E8190F4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305" y="863484"/>
            <a:ext cx="2971800" cy="2228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209B80-0FAD-0F21-2A0A-CE09827A043C}"/>
              </a:ext>
            </a:extLst>
          </p:cNvPr>
          <p:cNvSpPr txBox="1"/>
          <p:nvPr/>
        </p:nvSpPr>
        <p:spPr>
          <a:xfrm>
            <a:off x="450643" y="238535"/>
            <a:ext cx="1465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GP 1400meV</a:t>
            </a:r>
          </a:p>
        </p:txBody>
      </p:sp>
    </p:spTree>
    <p:extLst>
      <p:ext uri="{BB962C8B-B14F-4D97-AF65-F5344CB8AC3E}">
        <p14:creationId xmlns:p14="http://schemas.microsoft.com/office/powerpoint/2010/main" val="2106607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9033</TotalTime>
  <Words>23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Buts, Alex (STFC,RAL,ISIS)</dc:creator>
  <cp:lastModifiedBy>Buts, Alex (STFC,RAL,ISIS)</cp:lastModifiedBy>
  <cp:revision>16</cp:revision>
  <dcterms:created xsi:type="dcterms:W3CDTF">2026-03-16T17:51:30Z</dcterms:created>
  <dcterms:modified xsi:type="dcterms:W3CDTF">2026-03-30T10:05:37Z</dcterms:modified>
</cp:coreProperties>
</file>