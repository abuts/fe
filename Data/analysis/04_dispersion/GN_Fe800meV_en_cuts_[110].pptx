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62" r:id="rId6"/>
    <p:sldId id="263" r:id="rId7"/>
    <p:sldId id="264" r:id="rId8"/>
    <p:sldId id="265" r:id="rId9"/>
    <p:sldId id="259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8" autoAdjust="0"/>
    <p:restoredTop sz="94660"/>
  </p:normalViewPr>
  <p:slideViewPr>
    <p:cSldViewPr snapToGrid="0">
      <p:cViewPr varScale="1">
        <p:scale>
          <a:sx n="81" d="100"/>
          <a:sy n="81" d="100"/>
        </p:scale>
        <p:origin x="68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3F419-3551-E7EA-F5C3-CB582BDBA2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0E10F-12C5-761C-B030-F1706CF31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7D6E1-8D4A-6E68-1A8F-AACE3FB12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8F69C-A7C6-528F-502B-3E058C1D8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B670A-A972-BCDF-3FE3-3B040C527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1908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91AD8-A9AB-C352-CF70-02F8BDF2B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6CE6A-4975-C423-A49B-99A99A030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814A7-A012-6502-91CC-92B7035EE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88ABA-952C-D442-95DF-B64A658B5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A0826-8271-13EE-DA9F-182E2F8A3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1214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D1487-5F36-5ADA-16E3-834F367E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F639E-F092-4ECF-36FE-738587F3D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B7EBA-998A-BFA7-8272-FA1F36853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0F4AB-90EE-300B-B003-E08624007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EB844-FD53-E0DB-FA22-43471A60D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968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F598-FAFF-3DFA-B395-EF975EF9F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D9A76-5BD4-0426-E63C-88642BA76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81FFF-3A99-46E5-7821-F18341B41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38C73-095D-A69D-AD5A-56F1D9512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764D0-7D94-4107-BAE5-7A0DD7569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2EF89-BD69-FE18-2010-41F8C00BC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25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E09C-8C21-E284-72F6-3340D5817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9EAF-6BBF-A56B-59FF-09EFEF033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062D2-A3EB-3DB9-4031-7414A34F9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EF916B-796B-7FA6-369A-A81ACCFEA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D239AD-641A-385E-9DD4-7A72D777BC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D53B4F-23D2-69A6-30FF-C57313591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81D158-4C83-0D29-A6D9-E62557B2E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0D78A3-FE4A-EEA2-4ACA-4C734FFE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3753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EE0C6-377E-3469-A5A7-B78E02701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340574-82A2-8BAA-3947-59D116D33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7B7FD-0A52-860F-836D-A4877D37B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1B02BD-DD52-BC64-71E9-825AFF9D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2767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70D325-D770-6966-1CF0-331F07569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3AB50F-A718-4872-FDB7-B1C82629C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04393-EC42-429A-8F29-EAFA7C2AF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240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64DE1-9CED-31D3-8EC7-A9C538B4A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FEAD6-6521-1F1B-58DF-AA7E88F42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51FB61-598E-6259-B373-793E508DE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4CF01-56DC-3FD3-306C-347043A73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4D9BD-7CF6-67FA-1465-039F8CF5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23B30-DF45-C879-A062-25421EC99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427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69884-E73A-14FE-E76A-0EBF697BE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B63B76-45BF-54E9-44ED-34BC322EF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1B557-ADC1-2747-CA13-6FFF57B75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1BAC9-320B-DD62-069A-5511C86BE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09706-301A-1D4D-CCCB-07F6F066D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A098E-866D-4F32-055B-9FF3E0A2F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8432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094C1-4767-FBC7-33EA-A169F82D2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F409A-6F41-1640-39AA-6BC144CA6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CDBD-EE3C-C59C-62E7-AB9D0D813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1DE10-F70C-0B32-7A62-B7A20BFA6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01491-F175-3ED4-E8BF-101CC61CE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832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722A1B-CA41-1E78-F8EC-4D3196A369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09ABF9-A2AD-D1C9-4270-794E9AE5B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1E763-FBBF-5271-FD43-11FACCBD3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3D878-B843-D77C-0BB5-4C1DA9C74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4CDAF-5933-32E0-81A8-CC03B4B94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3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1D0066-416D-3590-C184-3DCA37D7D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B6247-26A7-6904-5179-C89B6CB55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34C49-C4F1-B98A-5A15-F715969F4D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3C9A7F-A4D0-47D6-B3FA-3E3F62E0CCC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7D347-C627-200D-510D-7278E9A5B2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3DEAC-30EE-3D0B-E638-340C8AF3F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87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1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7" Type="http://schemas.openxmlformats.org/officeDocument/2006/relationships/image" Target="../media/image19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7" Type="http://schemas.openxmlformats.org/officeDocument/2006/relationships/image" Target="../media/image30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31C966-9927-92CE-2A5D-0F20F04D0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914" y="381346"/>
            <a:ext cx="5887272" cy="4477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029538-A985-D74A-78D0-08B761312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97" y="381346"/>
            <a:ext cx="5334000" cy="4000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B5CD12-4AB2-5227-DDAA-89B68D6D17EC}"/>
              </a:ext>
            </a:extLst>
          </p:cNvPr>
          <p:cNvSpPr txBox="1"/>
          <p:nvPr/>
        </p:nvSpPr>
        <p:spPr>
          <a:xfrm>
            <a:off x="1002014" y="5688050"/>
            <a:ext cx="8315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w2nbg = cut(src_nobg,line_proj,0.04,0.04,[-0.1,0.1],[90,110])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C18845-3BDB-66FC-7465-8E0322DB8799}"/>
              </a:ext>
            </a:extLst>
          </p:cNvPr>
          <p:cNvSpPr txBox="1"/>
          <p:nvPr/>
        </p:nvSpPr>
        <p:spPr>
          <a:xfrm>
            <a:off x="9852338" y="381346"/>
            <a:ext cx="1420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Good for GN</a:t>
            </a:r>
          </a:p>
        </p:txBody>
      </p:sp>
    </p:spTree>
    <p:extLst>
      <p:ext uri="{BB962C8B-B14F-4D97-AF65-F5344CB8AC3E}">
        <p14:creationId xmlns:p14="http://schemas.microsoft.com/office/powerpoint/2010/main" val="553650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2C1FF-3F04-3E43-93A0-7206DFCC0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F8B06-6377-CFEA-4DF7-3ED17BC48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5" y="340264"/>
            <a:ext cx="4196621" cy="31474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D633A5F-C4AF-8BF8-C0F4-9BD8B759B873}"/>
              </a:ext>
            </a:extLst>
          </p:cNvPr>
          <p:cNvSpPr/>
          <p:nvPr/>
        </p:nvSpPr>
        <p:spPr>
          <a:xfrm rot="2840540">
            <a:off x="433548" y="2038401"/>
            <a:ext cx="2676451" cy="45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9575E1-62C5-9B3C-47C6-45EFE4C95AD5}"/>
              </a:ext>
            </a:extLst>
          </p:cNvPr>
          <p:cNvSpPr txBox="1"/>
          <p:nvPr/>
        </p:nvSpPr>
        <p:spPr>
          <a:xfrm>
            <a:off x="3791608" y="92927"/>
            <a:ext cx="88838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w2 = cut(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src,line_proj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([-1,1,0],[1,1,0]),0.04,[-0.1,0.1],[-0.1,0.1],5)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9FF150-3CA0-D3DA-DCFE-27C0AB7F4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690" y="400704"/>
            <a:ext cx="5334000" cy="4000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7FDFED-2AFE-2B9E-512F-25808F332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690" y="2708731"/>
            <a:ext cx="5334000" cy="4000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1BFB8F-3F9D-0CC9-9012-2CC1475B7DBB}"/>
              </a:ext>
            </a:extLst>
          </p:cNvPr>
          <p:cNvSpPr txBox="1"/>
          <p:nvPr/>
        </p:nvSpPr>
        <p:spPr>
          <a:xfrm>
            <a:off x="5080715" y="490817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GN</a:t>
            </a:r>
          </a:p>
        </p:txBody>
      </p:sp>
    </p:spTree>
    <p:extLst>
      <p:ext uri="{BB962C8B-B14F-4D97-AF65-F5344CB8AC3E}">
        <p14:creationId xmlns:p14="http://schemas.microsoft.com/office/powerpoint/2010/main" val="4222945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6546E-9413-ABD7-2656-566AC616A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9BDAA3-A27B-DA69-A1B0-FAC25FD1A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69" y="158955"/>
            <a:ext cx="4196621" cy="31474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02EAFE2-D489-E4B2-CFEB-0B39C4893ECD}"/>
              </a:ext>
            </a:extLst>
          </p:cNvPr>
          <p:cNvSpPr/>
          <p:nvPr/>
        </p:nvSpPr>
        <p:spPr>
          <a:xfrm rot="2840540">
            <a:off x="874987" y="1833446"/>
            <a:ext cx="2676451" cy="45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95D9CA-7833-A834-B10A-496D5E4B9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490" y="2949515"/>
            <a:ext cx="5280000" cy="396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D36F5B-346A-A5B3-955B-C2BB2645F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131" y="356695"/>
            <a:ext cx="5334000" cy="4000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3CD9AB-5C3F-45B0-8876-CFE34D666B84}"/>
              </a:ext>
            </a:extLst>
          </p:cNvPr>
          <p:cNvSpPr txBox="1"/>
          <p:nvPr/>
        </p:nvSpPr>
        <p:spPr>
          <a:xfrm>
            <a:off x="5080715" y="291196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GN</a:t>
            </a:r>
          </a:p>
        </p:txBody>
      </p:sp>
    </p:spTree>
    <p:extLst>
      <p:ext uri="{BB962C8B-B14F-4D97-AF65-F5344CB8AC3E}">
        <p14:creationId xmlns:p14="http://schemas.microsoft.com/office/powerpoint/2010/main" val="1932167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E76D4-6591-DD72-FA5A-0F9654464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0B3392-57E5-57DA-1391-03345ABAD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5" y="340264"/>
            <a:ext cx="4196621" cy="31474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AB95DBE-775F-2C39-08E2-86F6BA5C9FB4}"/>
              </a:ext>
            </a:extLst>
          </p:cNvPr>
          <p:cNvSpPr/>
          <p:nvPr/>
        </p:nvSpPr>
        <p:spPr>
          <a:xfrm rot="2840540">
            <a:off x="1975219" y="2059512"/>
            <a:ext cx="357802" cy="56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390D45-CC3A-E24F-61A3-0DDE9CA1A3BF}"/>
              </a:ext>
            </a:extLst>
          </p:cNvPr>
          <p:cNvSpPr/>
          <p:nvPr/>
        </p:nvSpPr>
        <p:spPr>
          <a:xfrm rot="2840540">
            <a:off x="2261625" y="2369567"/>
            <a:ext cx="357802" cy="56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26616F-7690-DCB3-E17B-B44C787110A7}"/>
              </a:ext>
            </a:extLst>
          </p:cNvPr>
          <p:cNvSpPr txBox="1"/>
          <p:nvPr/>
        </p:nvSpPr>
        <p:spPr>
          <a:xfrm>
            <a:off x="4118085" y="247783"/>
            <a:ext cx="807391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w2_11 = cut(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src_nobg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line_proj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([-1,1,0],[1,1,0],'offset',[1,1,0]),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[0,0.03,2],[-0.1,0.1],[-0.1,0.1],[-50,5,500],</a:t>
            </a:r>
          </a:p>
          <a:p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SymopReflection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normvec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',[-1,1,0]))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3E37E6-2593-2840-CA2B-A7B693976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083" y="2087900"/>
            <a:ext cx="5334000" cy="4000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871ADEA-3AB2-854D-58C4-CD2716CEF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89" y="3452648"/>
            <a:ext cx="4540469" cy="34053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CE175D-BF7E-184E-10CA-1B0F2400A825}"/>
              </a:ext>
            </a:extLst>
          </p:cNvPr>
          <p:cNvSpPr txBox="1"/>
          <p:nvPr/>
        </p:nvSpPr>
        <p:spPr>
          <a:xfrm>
            <a:off x="10547797" y="201043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GN</a:t>
            </a:r>
          </a:p>
        </p:txBody>
      </p:sp>
    </p:spTree>
    <p:extLst>
      <p:ext uri="{BB962C8B-B14F-4D97-AF65-F5344CB8AC3E}">
        <p14:creationId xmlns:p14="http://schemas.microsoft.com/office/powerpoint/2010/main" val="972972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92116-A329-6671-E9E7-D65485794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4CF666-4F7A-82D1-C0B9-72E1769C2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5" y="340264"/>
            <a:ext cx="4196621" cy="314746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C40F9F3-6CE9-DDB4-71CF-F95E09222C04}"/>
              </a:ext>
            </a:extLst>
          </p:cNvPr>
          <p:cNvGrpSpPr/>
          <p:nvPr/>
        </p:nvGrpSpPr>
        <p:grpSpPr>
          <a:xfrm>
            <a:off x="2125731" y="1909000"/>
            <a:ext cx="343183" cy="667857"/>
            <a:chOff x="2125731" y="1909000"/>
            <a:chExt cx="343183" cy="66785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58850F3-C851-AC0A-5630-958B0264F946}"/>
                </a:ext>
              </a:extLst>
            </p:cNvPr>
            <p:cNvSpPr/>
            <p:nvPr/>
          </p:nvSpPr>
          <p:spPr>
            <a:xfrm rot="2840540">
              <a:off x="1975219" y="2059512"/>
              <a:ext cx="357802" cy="567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B80769F-C788-DA78-D98E-07EA2F46AC1A}"/>
                </a:ext>
              </a:extLst>
            </p:cNvPr>
            <p:cNvSpPr/>
            <p:nvPr/>
          </p:nvSpPr>
          <p:spPr>
            <a:xfrm rot="2840540">
              <a:off x="2261625" y="2369567"/>
              <a:ext cx="357802" cy="567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84334FA-6C20-3A47-681D-418D7873D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699" y="121544"/>
            <a:ext cx="3830392" cy="28727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7DCF0A-DFC2-499C-9F15-B57E57986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697" y="3574109"/>
            <a:ext cx="3924836" cy="29436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3F7245-123B-F993-D32B-EB0AC044B0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4697" y="3644942"/>
            <a:ext cx="3735947" cy="28019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AAAEBF8-4C8F-B461-D65E-672CBD56091C}"/>
              </a:ext>
            </a:extLst>
          </p:cNvPr>
          <p:cNvSpPr/>
          <p:nvPr/>
        </p:nvSpPr>
        <p:spPr>
          <a:xfrm rot="5400000">
            <a:off x="917909" y="4753792"/>
            <a:ext cx="1575634" cy="529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8E225F7-B916-B9DA-3257-DAB443F1E4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0644" y="3725840"/>
            <a:ext cx="4170124" cy="26401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4A20AFE-2913-762E-7F9E-0A5E718584D3}"/>
              </a:ext>
            </a:extLst>
          </p:cNvPr>
          <p:cNvSpPr txBox="1"/>
          <p:nvPr/>
        </p:nvSpPr>
        <p:spPr>
          <a:xfrm>
            <a:off x="4705225" y="57311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09496E-C7B9-EB14-3946-1F7F95381ED4}"/>
              </a:ext>
            </a:extLst>
          </p:cNvPr>
          <p:cNvSpPr txBox="1"/>
          <p:nvPr/>
        </p:nvSpPr>
        <p:spPr>
          <a:xfrm>
            <a:off x="9092485" y="595764"/>
            <a:ext cx="1376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Background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9DE91B-4924-D150-33D1-3EF3FFEDA3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2449" y="513022"/>
            <a:ext cx="3128075" cy="234605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F976F3A-AE38-EE63-17A1-1C9FE56E755B}"/>
              </a:ext>
            </a:extLst>
          </p:cNvPr>
          <p:cNvGrpSpPr/>
          <p:nvPr/>
        </p:nvGrpSpPr>
        <p:grpSpPr>
          <a:xfrm rot="16200000">
            <a:off x="1904647" y="1803823"/>
            <a:ext cx="343183" cy="667857"/>
            <a:chOff x="2125731" y="1909000"/>
            <a:chExt cx="343183" cy="66785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50C7DD-550E-9D03-BA1E-1F8B08B42836}"/>
                </a:ext>
              </a:extLst>
            </p:cNvPr>
            <p:cNvSpPr/>
            <p:nvPr/>
          </p:nvSpPr>
          <p:spPr>
            <a:xfrm rot="2840540">
              <a:off x="1975219" y="2059512"/>
              <a:ext cx="357802" cy="56777"/>
            </a:xfrm>
            <a:prstGeom prst="rect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5B0D2C5-A10A-5666-9E43-EE8751E25A1A}"/>
                </a:ext>
              </a:extLst>
            </p:cNvPr>
            <p:cNvSpPr/>
            <p:nvPr/>
          </p:nvSpPr>
          <p:spPr>
            <a:xfrm rot="2840540">
              <a:off x="2261625" y="2369567"/>
              <a:ext cx="357802" cy="56777"/>
            </a:xfrm>
            <a:prstGeom prst="rect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226499D-5E67-C50A-C437-065ECD8209C0}"/>
              </a:ext>
            </a:extLst>
          </p:cNvPr>
          <p:cNvGrpSpPr/>
          <p:nvPr/>
        </p:nvGrpSpPr>
        <p:grpSpPr>
          <a:xfrm rot="16200000">
            <a:off x="2222586" y="2208470"/>
            <a:ext cx="343183" cy="667857"/>
            <a:chOff x="2125731" y="1909000"/>
            <a:chExt cx="343183" cy="667857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553E974-0750-95ED-0AB2-62F4BEF2B3C6}"/>
                </a:ext>
              </a:extLst>
            </p:cNvPr>
            <p:cNvSpPr/>
            <p:nvPr/>
          </p:nvSpPr>
          <p:spPr>
            <a:xfrm rot="2840540">
              <a:off x="1975219" y="2059512"/>
              <a:ext cx="357802" cy="56777"/>
            </a:xfrm>
            <a:prstGeom prst="rect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B9C75A2-6907-00FB-B2F1-1C453028EB0E}"/>
                </a:ext>
              </a:extLst>
            </p:cNvPr>
            <p:cNvSpPr/>
            <p:nvPr/>
          </p:nvSpPr>
          <p:spPr>
            <a:xfrm rot="2840540">
              <a:off x="2261625" y="2369567"/>
              <a:ext cx="357802" cy="56777"/>
            </a:xfrm>
            <a:prstGeom prst="rect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012D5C7D-ABEE-3A98-2BC4-80A0ECC0FEB5}"/>
              </a:ext>
            </a:extLst>
          </p:cNvPr>
          <p:cNvSpPr/>
          <p:nvPr/>
        </p:nvSpPr>
        <p:spPr>
          <a:xfrm rot="21526896">
            <a:off x="4609173" y="1491278"/>
            <a:ext cx="692036" cy="11514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DDF8E6-ADDC-C348-01C5-20CC4A462277}"/>
              </a:ext>
            </a:extLst>
          </p:cNvPr>
          <p:cNvSpPr/>
          <p:nvPr/>
        </p:nvSpPr>
        <p:spPr>
          <a:xfrm rot="21526896">
            <a:off x="5443129" y="1491278"/>
            <a:ext cx="692036" cy="11514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8349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639C3-A6B7-79FB-51BB-C6ECA23CB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CD9AC94-C517-5B68-F0F1-75C395525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123" y="559879"/>
            <a:ext cx="4075867" cy="25804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14CB9F-9709-46AE-AC2F-0D0FB4059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42" y="663979"/>
            <a:ext cx="3215640" cy="24117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4B1D72-3089-BC41-C265-85272DF4E7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8049" y="495221"/>
            <a:ext cx="4075867" cy="258048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293C23-6DA8-212B-7141-C42AE36243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2928" y="3782292"/>
            <a:ext cx="3809315" cy="24117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8F615F3-0E5C-92A0-A653-C22265AB1B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3258" y="3559621"/>
            <a:ext cx="4325447" cy="27385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8293CCC-8420-A897-D61C-7B14550F7DFE}"/>
              </a:ext>
            </a:extLst>
          </p:cNvPr>
          <p:cNvSpPr txBox="1"/>
          <p:nvPr/>
        </p:nvSpPr>
        <p:spPr>
          <a:xfrm>
            <a:off x="6885549" y="951280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305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01B28A-D63E-35AF-76D4-F574B0ED1A99}"/>
              </a:ext>
            </a:extLst>
          </p:cNvPr>
          <p:cNvSpPr txBox="1"/>
          <p:nvPr/>
        </p:nvSpPr>
        <p:spPr>
          <a:xfrm>
            <a:off x="10803475" y="837449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300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331B8C-11A1-416A-2187-132B8C895951}"/>
              </a:ext>
            </a:extLst>
          </p:cNvPr>
          <p:cNvSpPr txBox="1"/>
          <p:nvPr/>
        </p:nvSpPr>
        <p:spPr>
          <a:xfrm>
            <a:off x="6891093" y="4149396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290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915C78-91A6-1AAD-945A-5A368EBA584E}"/>
              </a:ext>
            </a:extLst>
          </p:cNvPr>
          <p:cNvSpPr txBox="1"/>
          <p:nvPr/>
        </p:nvSpPr>
        <p:spPr>
          <a:xfrm>
            <a:off x="10855620" y="3964730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200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6A1A240-6569-7CCD-00AA-CCE81A0871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172" y="3808812"/>
            <a:ext cx="3725539" cy="235869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31AC2E7-A282-825F-1497-974BA3EB271B}"/>
              </a:ext>
            </a:extLst>
          </p:cNvPr>
          <p:cNvSpPr txBox="1"/>
          <p:nvPr/>
        </p:nvSpPr>
        <p:spPr>
          <a:xfrm>
            <a:off x="2948030" y="4127937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295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3BA730-B54B-045A-1106-1DB6FB83B4B2}"/>
              </a:ext>
            </a:extLst>
          </p:cNvPr>
          <p:cNvSpPr txBox="1"/>
          <p:nvPr/>
        </p:nvSpPr>
        <p:spPr>
          <a:xfrm>
            <a:off x="3425313" y="262318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GN</a:t>
            </a:r>
          </a:p>
        </p:txBody>
      </p:sp>
    </p:spTree>
    <p:extLst>
      <p:ext uri="{BB962C8B-B14F-4D97-AF65-F5344CB8AC3E}">
        <p14:creationId xmlns:p14="http://schemas.microsoft.com/office/powerpoint/2010/main" val="2469653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79A45-D3CF-D56A-81BC-9CFE40DE6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B15330E8-2C39-4B42-2527-2311F0A7FC38}"/>
              </a:ext>
            </a:extLst>
          </p:cNvPr>
          <p:cNvSpPr txBox="1"/>
          <p:nvPr/>
        </p:nvSpPr>
        <p:spPr>
          <a:xfrm>
            <a:off x="181236" y="155947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BED5B9-C7F8-8C64-B23C-4982C9750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6" y="631650"/>
            <a:ext cx="3460117" cy="25950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3CB8CC-4161-EDEB-2F11-0F8D5D92B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815" y="532117"/>
            <a:ext cx="3725539" cy="27941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E90A90-B792-247D-B732-C8BC21801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673" y="532116"/>
            <a:ext cx="3512713" cy="26345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5EEA8B4-8C21-09FE-6D71-7F30B353C7B9}"/>
              </a:ext>
            </a:extLst>
          </p:cNvPr>
          <p:cNvSpPr txBox="1"/>
          <p:nvPr/>
        </p:nvSpPr>
        <p:spPr>
          <a:xfrm>
            <a:off x="4294134" y="208951"/>
            <a:ext cx="749671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Reduced background, red line fitted double exponential background, black(green) – 1D average of fig1: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2F027E0-FA70-A676-67E3-3E5D57642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97" y="3548950"/>
            <a:ext cx="4204137" cy="315310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92E0D54-FC04-E909-D589-611233A3540A}"/>
              </a:ext>
            </a:extLst>
          </p:cNvPr>
          <p:cNvSpPr txBox="1"/>
          <p:nvPr/>
        </p:nvSpPr>
        <p:spPr>
          <a:xfrm>
            <a:off x="4160127" y="3531730"/>
            <a:ext cx="307624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Fitpar</a:t>
            </a:r>
            <a:r>
              <a:rPr lang="en-GB" dirty="0"/>
              <a:t>:</a:t>
            </a:r>
          </a:p>
          <a:p>
            <a:r>
              <a:rPr lang="en-GB" sz="1200" dirty="0"/>
              <a:t>p: [1 8 71.5080 0.5022 0 0 0 15.6398 0 0]</a:t>
            </a:r>
          </a:p>
          <a:p>
            <a:r>
              <a:rPr lang="en-GB" sz="1200" dirty="0"/>
              <a:t>          sig: [0 0 2.3643 0.0144 0 0 0 0.0777 0 0]</a:t>
            </a:r>
          </a:p>
          <a:p>
            <a:r>
              <a:rPr lang="en-GB" sz="1200" dirty="0"/>
              <a:t>           bp: [1.4084 0.0261 0.0029 4.5656e-04]</a:t>
            </a:r>
          </a:p>
          <a:p>
            <a:r>
              <a:rPr lang="en-GB" sz="1200" dirty="0"/>
              <a:t>         </a:t>
            </a:r>
            <a:r>
              <a:rPr lang="en-GB" sz="1200" dirty="0" err="1"/>
              <a:t>bsig</a:t>
            </a:r>
            <a:r>
              <a:rPr lang="en-GB" sz="1200" dirty="0"/>
              <a:t>: [0.6440 0.0033 0.0018 0.0029]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129EFDF-92CE-F69C-E00B-57314BB778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048" y="3548950"/>
            <a:ext cx="4204137" cy="315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000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218D7-35B0-B4C2-A08E-F5700ED1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7B79AE95-0338-2CC3-056F-6BF38AA8F6F0}"/>
              </a:ext>
            </a:extLst>
          </p:cNvPr>
          <p:cNvSpPr txBox="1"/>
          <p:nvPr/>
        </p:nvSpPr>
        <p:spPr>
          <a:xfrm>
            <a:off x="181236" y="155947"/>
            <a:ext cx="5533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GN – top; corrected magnetic form-factor, </a:t>
            </a:r>
            <a:r>
              <a:rPr lang="en-GB" dirty="0" err="1"/>
              <a:t>bg</a:t>
            </a:r>
            <a:r>
              <a:rPr lang="en-GB" dirty="0"/>
              <a:t> removed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612FEF-69A5-7ECC-F6B6-B478F6231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525279"/>
            <a:ext cx="3762023" cy="28215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879321-D077-37EA-1C68-9C041EF90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990" y="525280"/>
            <a:ext cx="3613835" cy="271037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27D7266-429C-1475-8F24-4A5CAC324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3349" y="565520"/>
            <a:ext cx="3719045" cy="262989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D7217E7-45D2-2028-3CFA-CF6D321F04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97" y="3614997"/>
            <a:ext cx="4324004" cy="324300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E7AB21A-9EC6-6728-CEB2-89CF4194EF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6116" y="3662586"/>
            <a:ext cx="3916960" cy="293772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156F587-38DC-12EF-4F44-BC69F8E5E1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4752" y="3404892"/>
            <a:ext cx="3916960" cy="319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400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E0E40-6016-E22F-AF42-B240F5543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881A54-3818-6C58-9DA8-0E2C32B72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91" y="47791"/>
            <a:ext cx="4620587" cy="3465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AEA1A2-193E-B71C-D013-36A03862A6B1}"/>
              </a:ext>
            </a:extLst>
          </p:cNvPr>
          <p:cNvSpPr/>
          <p:nvPr/>
        </p:nvSpPr>
        <p:spPr>
          <a:xfrm rot="18741252" flipV="1">
            <a:off x="2595556" y="2422670"/>
            <a:ext cx="639778" cy="45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A5D04F-821E-FF39-877C-B64321C21318}"/>
              </a:ext>
            </a:extLst>
          </p:cNvPr>
          <p:cNvSpPr/>
          <p:nvPr/>
        </p:nvSpPr>
        <p:spPr>
          <a:xfrm rot="18741252" flipV="1">
            <a:off x="2161972" y="2040604"/>
            <a:ext cx="639778" cy="45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9EB78D-FD02-B3DC-05EC-1635658F2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693" y="0"/>
            <a:ext cx="4320000" cy="324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4B168D-5D99-2321-1F60-9926E0429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693" y="3460155"/>
            <a:ext cx="4320000" cy="324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F4E249-A96B-096C-0E58-D0AB0FFE87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132" y="3904240"/>
            <a:ext cx="3874625" cy="29059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CA5D954-AF58-655E-4213-EFF7BA9D2EB8}"/>
              </a:ext>
            </a:extLst>
          </p:cNvPr>
          <p:cNvSpPr txBox="1"/>
          <p:nvPr/>
        </p:nvSpPr>
        <p:spPr>
          <a:xfrm>
            <a:off x="689020" y="3586766"/>
            <a:ext cx="4155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 of dispersion is shadowed by recoil?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57C459A-A14A-7EE7-A728-FCD96DA24E3F}"/>
              </a:ext>
            </a:extLst>
          </p:cNvPr>
          <p:cNvCxnSpPr>
            <a:cxnSpLocks/>
          </p:cNvCxnSpPr>
          <p:nvPr/>
        </p:nvCxnSpPr>
        <p:spPr>
          <a:xfrm flipV="1">
            <a:off x="1403131" y="4977685"/>
            <a:ext cx="2009770" cy="2564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80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A5B02-C3B0-0981-5462-FB84CC9D7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3C498D-6495-0292-B89C-4DBB97380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86" y="1696280"/>
            <a:ext cx="4620587" cy="3465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EEC3E5-4981-47EE-C348-3A93D920C749}"/>
              </a:ext>
            </a:extLst>
          </p:cNvPr>
          <p:cNvSpPr txBox="1"/>
          <p:nvPr/>
        </p:nvSpPr>
        <p:spPr>
          <a:xfrm>
            <a:off x="417786" y="232182"/>
            <a:ext cx="11674366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w2_11sym = cut(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src_nobg,line_proj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([1,1,0],[-1,1,0],'offset',[-1,1,0]),[-2,0.04,2],[-0.1,0.1],[-0.1,0.1],5,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SymopRotation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([0,0,1],45),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SymopRotation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([0,0,1],135),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SymopRotation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([0,0,1],180)})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757C56-3645-CA32-AF90-801C4637A87F}"/>
              </a:ext>
            </a:extLst>
          </p:cNvPr>
          <p:cNvSpPr/>
          <p:nvPr/>
        </p:nvSpPr>
        <p:spPr>
          <a:xfrm flipV="1">
            <a:off x="2297488" y="3575031"/>
            <a:ext cx="639778" cy="45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611CA6-87AF-797B-DB8A-6D6E185FF885}"/>
              </a:ext>
            </a:extLst>
          </p:cNvPr>
          <p:cNvSpPr/>
          <p:nvPr/>
        </p:nvSpPr>
        <p:spPr>
          <a:xfrm rot="16200000" flipV="1">
            <a:off x="2717903" y="3940264"/>
            <a:ext cx="639778" cy="45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9CD2BB-3744-3D2A-9F1F-2A9DC35876E4}"/>
              </a:ext>
            </a:extLst>
          </p:cNvPr>
          <p:cNvSpPr/>
          <p:nvPr/>
        </p:nvSpPr>
        <p:spPr>
          <a:xfrm rot="19150988" flipV="1">
            <a:off x="2491930" y="4226669"/>
            <a:ext cx="639778" cy="45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F8A3D7-777A-D058-8ECF-07C47B729188}"/>
              </a:ext>
            </a:extLst>
          </p:cNvPr>
          <p:cNvSpPr/>
          <p:nvPr/>
        </p:nvSpPr>
        <p:spPr>
          <a:xfrm rot="19150988" flipV="1">
            <a:off x="2108308" y="3764211"/>
            <a:ext cx="639778" cy="45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1E752A-66A8-4741-0C15-3845B4207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048" y="2106667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763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3475</TotalTime>
  <Words>226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Buts, Alex (STFC,RAL,ISIS)</dc:creator>
  <cp:lastModifiedBy>Buts, Alex (STFC,RAL,ISIS)</cp:lastModifiedBy>
  <cp:revision>16</cp:revision>
  <dcterms:created xsi:type="dcterms:W3CDTF">2026-03-16T17:51:30Z</dcterms:created>
  <dcterms:modified xsi:type="dcterms:W3CDTF">2026-03-31T12:44:35Z</dcterms:modified>
</cp:coreProperties>
</file>