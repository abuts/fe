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57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8" autoAdjust="0"/>
    <p:restoredTop sz="94660"/>
  </p:normalViewPr>
  <p:slideViewPr>
    <p:cSldViewPr snapToGrid="0">
      <p:cViewPr varScale="1">
        <p:scale>
          <a:sx n="99" d="100"/>
          <a:sy n="99" d="100"/>
        </p:scale>
        <p:origin x="72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3F419-3551-E7EA-F5C3-CB582BDBA2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0E10F-12C5-761C-B030-F1706CF31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7D6E1-8D4A-6E68-1A8F-AACE3FB12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8F69C-A7C6-528F-502B-3E058C1D8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B670A-A972-BCDF-3FE3-3B040C527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908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91AD8-A9AB-C352-CF70-02F8BDF2B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6CE6A-4975-C423-A49B-99A99A030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814A7-A012-6502-91CC-92B7035EE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88ABA-952C-D442-95DF-B64A658B5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A0826-8271-13EE-DA9F-182E2F8A3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214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D1487-5F36-5ADA-16E3-834F367E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F639E-F092-4ECF-36FE-738587F3D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B7EBA-998A-BFA7-8272-FA1F36853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0F4AB-90EE-300B-B003-E0862400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EB844-FD53-E0DB-FA22-43471A60D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968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F598-FAFF-3DFA-B395-EF975EF9F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D9A76-5BD4-0426-E63C-88642BA76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81FFF-3A99-46E5-7821-F18341B41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38C73-095D-A69D-AD5A-56F1D9512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764D0-7D94-4107-BAE5-7A0DD7569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2EF89-BD69-FE18-2010-41F8C00BC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425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0E09C-8C21-E284-72F6-3340D5817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9EAF-6BBF-A56B-59FF-09EFEF033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062D2-A3EB-3DB9-4031-7414A34F9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EF916B-796B-7FA6-369A-A81ACCFEA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D239AD-641A-385E-9DD4-7A72D777B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D53B4F-23D2-69A6-30FF-C5731359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81D158-4C83-0D29-A6D9-E62557B2E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0D78A3-FE4A-EEA2-4ACA-4C734FFE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753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EE0C6-377E-3469-A5A7-B78E0270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340574-82A2-8BAA-3947-59D116D33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7B7FD-0A52-860F-836D-A4877D37B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B02BD-DD52-BC64-71E9-825AFF9D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2767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70D325-D770-6966-1CF0-331F07569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3AB50F-A718-4872-FDB7-B1C82629C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04393-EC42-429A-8F29-EAFA7C2AF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240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64DE1-9CED-31D3-8EC7-A9C538B4A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FEAD6-6521-1F1B-58DF-AA7E88F42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1FB61-598E-6259-B373-793E508DE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4CF01-56DC-3FD3-306C-347043A73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4D9BD-7CF6-67FA-1465-039F8CF5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23B30-DF45-C879-A062-25421EC99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427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69884-E73A-14FE-E76A-0EBF697BE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B63B76-45BF-54E9-44ED-34BC322E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1B557-ADC1-2747-CA13-6FFF57B75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41BAC9-320B-DD62-069A-5511C86BE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09706-301A-1D4D-CCCB-07F6F066D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4A098E-866D-4F32-055B-9FF3E0A2F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432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094C1-4767-FBC7-33EA-A169F82D2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F409A-6F41-1640-39AA-6BC144CA6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CDBD-EE3C-C59C-62E7-AB9D0D813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1DE10-F70C-0B32-7A62-B7A20BFA6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01491-F175-3ED4-E8BF-101CC61CE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832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722A1B-CA41-1E78-F8EC-4D3196A369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9ABF9-A2AD-D1C9-4270-794E9AE5B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1E763-FBBF-5271-FD43-11FACCBD3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3D878-B843-D77C-0BB5-4C1DA9C74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4CDAF-5933-32E0-81A8-CC03B4B94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31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1D0066-416D-3590-C184-3DCA37D7D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B6247-26A7-6904-5179-C89B6CB55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34C49-C4F1-B98A-5A15-F715969F4D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C9A7F-A4D0-47D6-B3FA-3E3F62E0CCCD}" type="datetimeFigureOut">
              <a:rPr lang="en-GB" smtClean="0"/>
              <a:t>31/03/2026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7D347-C627-200D-510D-7278E9A5B2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3DEAC-30EE-3D0B-E638-340C8AF3F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181FC-011E-4259-822B-E47D4D6F6B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87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4.emf"/><Relationship Id="rId7" Type="http://schemas.openxmlformats.org/officeDocument/2006/relationships/image" Target="../media/image8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7" Type="http://schemas.openxmlformats.org/officeDocument/2006/relationships/image" Target="../media/image15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22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B31C966-9927-92CE-2A5D-0F20F04D0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914" y="381346"/>
            <a:ext cx="5887272" cy="4477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029538-A985-D74A-78D0-08B761312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797" y="381346"/>
            <a:ext cx="5334000" cy="400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B5CD12-4AB2-5227-DDAA-89B68D6D17EC}"/>
              </a:ext>
            </a:extLst>
          </p:cNvPr>
          <p:cNvSpPr txBox="1"/>
          <p:nvPr/>
        </p:nvSpPr>
        <p:spPr>
          <a:xfrm>
            <a:off x="1002014" y="5688050"/>
            <a:ext cx="83158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 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w2nbg = cut(src_nobg,line_proj,0.04,0.04,[-0.1,0.1],[90,110])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C18845-3BDB-66FC-7465-8E0322DB8799}"/>
              </a:ext>
            </a:extLst>
          </p:cNvPr>
          <p:cNvSpPr txBox="1"/>
          <p:nvPr/>
        </p:nvSpPr>
        <p:spPr>
          <a:xfrm>
            <a:off x="9852338" y="381346"/>
            <a:ext cx="1420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Good for GN</a:t>
            </a:r>
          </a:p>
        </p:txBody>
      </p:sp>
    </p:spTree>
    <p:extLst>
      <p:ext uri="{BB962C8B-B14F-4D97-AF65-F5344CB8AC3E}">
        <p14:creationId xmlns:p14="http://schemas.microsoft.com/office/powerpoint/2010/main" val="553650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2F7BE-92EE-24CF-5558-27EBD6720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9C920AE-BEEE-DC38-30A4-F9D0A160E1AA}"/>
              </a:ext>
            </a:extLst>
          </p:cNvPr>
          <p:cNvSpPr txBox="1"/>
          <p:nvPr/>
        </p:nvSpPr>
        <p:spPr>
          <a:xfrm>
            <a:off x="631431" y="273573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GN, Ei200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D7E724-4A75-8C78-2727-305D60939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0753"/>
            <a:ext cx="4062211" cy="30466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186550-386F-09E6-669E-B5DFA7309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217" y="842761"/>
            <a:ext cx="3710189" cy="27826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780435-6D3E-3622-848A-B5BAD94E2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32" y="1052042"/>
            <a:ext cx="1722010" cy="24987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929DF7-892C-E6F8-AFC7-7212E6ECBD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810" y="4200121"/>
            <a:ext cx="3287332" cy="24654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4AE8D6A-95B9-E602-73C4-9F20C8F47F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7302" y="4047186"/>
            <a:ext cx="3172496" cy="237937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73CE4EF-A32E-1463-DF5A-2865065A61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1746" y="3934494"/>
            <a:ext cx="3641501" cy="273112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271007D-ACBD-9CE3-D02B-055CE7D1F4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1681" y="723631"/>
            <a:ext cx="2991653" cy="294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808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2C1FF-3F04-3E43-93A0-7206DFCC0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71B5D9E-51F6-B9C8-3096-6DD6C9E8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596" y="772375"/>
            <a:ext cx="2947660" cy="2656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482B9E-AE5A-08AA-0FC5-A151E74DC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252" y="408547"/>
            <a:ext cx="3462093" cy="31202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443D96-9D10-CB3F-BA10-A5D1B3CCA2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324" y="552987"/>
            <a:ext cx="3624329" cy="27182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010230-375D-D936-D77E-A7FFE111B7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431" y="3743136"/>
            <a:ext cx="3102825" cy="27964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7BB9B18-E393-D935-EDC5-6BD21103C4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4256" y="3674610"/>
            <a:ext cx="3254890" cy="293352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CC89AC2-1F99-B652-A891-9DFDBD95312E}"/>
              </a:ext>
            </a:extLst>
          </p:cNvPr>
          <p:cNvSpPr txBox="1"/>
          <p:nvPr/>
        </p:nvSpPr>
        <p:spPr>
          <a:xfrm>
            <a:off x="631431" y="273573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GN, Ei400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C2A2288-8602-F530-307C-858F70A42C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2319" y="3528813"/>
            <a:ext cx="3647858" cy="328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945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6546E-9413-ABD7-2656-566AC616A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3CD9AB-5C3F-45B0-8876-CFE34D666B84}"/>
              </a:ext>
            </a:extLst>
          </p:cNvPr>
          <p:cNvSpPr txBox="1"/>
          <p:nvPr/>
        </p:nvSpPr>
        <p:spPr>
          <a:xfrm>
            <a:off x="830687" y="246120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GN (ei400)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2D1B57-4A25-8A86-7DDC-E6BDD28CE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54" y="782034"/>
            <a:ext cx="3489191" cy="314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67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E76D4-6591-DD72-FA5A-0F9654464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CE175D-BF7E-184E-10CA-1B0F2400A825}"/>
              </a:ext>
            </a:extLst>
          </p:cNvPr>
          <p:cNvSpPr txBox="1"/>
          <p:nvPr/>
        </p:nvSpPr>
        <p:spPr>
          <a:xfrm>
            <a:off x="476518" y="284756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GN800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6229EC-C851-77AF-E677-3DDAE06A5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14" y="608169"/>
            <a:ext cx="3554974" cy="32039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5B258E-92A9-4505-C43D-196CBAD8D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3688" y="642639"/>
            <a:ext cx="3673699" cy="27552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8691C0-1308-F524-2E09-E9C68485B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1186" y="620822"/>
            <a:ext cx="3292213" cy="29671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ADC743A-F8EA-FD26-4479-ADB872EC43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15" y="3888803"/>
            <a:ext cx="2978523" cy="268444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4A122A6-7740-A78E-E033-3EE5F0EAD3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5026" y="3970691"/>
            <a:ext cx="2887664" cy="26025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872CDAD-9F38-00ED-9663-80E873A064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9384" y="3812146"/>
            <a:ext cx="3115815" cy="2808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972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3623</TotalTime>
  <Words>33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Buts, Alex (STFC,RAL,ISIS)</dc:creator>
  <cp:lastModifiedBy>Buts, Alex (STFC,RAL,ISIS)</cp:lastModifiedBy>
  <cp:revision>16</cp:revision>
  <dcterms:created xsi:type="dcterms:W3CDTF">2026-03-16T17:51:30Z</dcterms:created>
  <dcterms:modified xsi:type="dcterms:W3CDTF">2026-03-31T14:57:14Z</dcterms:modified>
</cp:coreProperties>
</file>