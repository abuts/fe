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88" autoAdjust="0"/>
    <p:restoredTop sz="94660"/>
  </p:normalViewPr>
  <p:slideViewPr>
    <p:cSldViewPr snapToGrid="0">
      <p:cViewPr varScale="1">
        <p:scale>
          <a:sx n="81" d="100"/>
          <a:sy n="81" d="100"/>
        </p:scale>
        <p:origin x="68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3F419-3551-E7EA-F5C3-CB582BDBA2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0E10F-12C5-761C-B030-F1706CF31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7D6E1-8D4A-6E68-1A8F-AACE3FB12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8F69C-A7C6-528F-502B-3E058C1D8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B670A-A972-BCDF-3FE3-3B040C527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1908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91AD8-A9AB-C352-CF70-02F8BDF2B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6CE6A-4975-C423-A49B-99A99A030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814A7-A012-6502-91CC-92B7035EE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88ABA-952C-D442-95DF-B64A658B5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A0826-8271-13EE-DA9F-182E2F8A3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1214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D1487-5F36-5ADA-16E3-834F367E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F639E-F092-4ECF-36FE-738587F3D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B7EBA-998A-BFA7-8272-FA1F36853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0F4AB-90EE-300B-B003-E08624007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EB844-FD53-E0DB-FA22-43471A60D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3968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F598-FAFF-3DFA-B395-EF975EF9F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D9A76-5BD4-0426-E63C-88642BA76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81FFF-3A99-46E5-7821-F18341B418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238C73-095D-A69D-AD5A-56F1D9512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764D0-7D94-4107-BAE5-7A0DD7569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32EF89-BD69-FE18-2010-41F8C00BC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25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0E09C-8C21-E284-72F6-3340D5817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89EAF-6BBF-A56B-59FF-09EFEF033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062D2-A3EB-3DB9-4031-7414A34F9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EF916B-796B-7FA6-369A-A81ACCFEA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D239AD-641A-385E-9DD4-7A72D777BC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D53B4F-23D2-69A6-30FF-C57313591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81D158-4C83-0D29-A6D9-E62557B2E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0D78A3-FE4A-EEA2-4ACA-4C734FFE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3753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EE0C6-377E-3469-A5A7-B78E02701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340574-82A2-8BAA-3947-59D116D33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7B7FD-0A52-860F-836D-A4877D37B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1B02BD-DD52-BC64-71E9-825AFF9D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2767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70D325-D770-6966-1CF0-331F07569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3AB50F-A718-4872-FDB7-B1C82629C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04393-EC42-429A-8F29-EAFA7C2AF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8240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64DE1-9CED-31D3-8EC7-A9C538B4A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FEAD6-6521-1F1B-58DF-AA7E88F42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51FB61-598E-6259-B373-793E508DE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4CF01-56DC-3FD3-306C-347043A73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74D9BD-7CF6-67FA-1465-039F8CF5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23B30-DF45-C879-A062-25421EC99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9427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69884-E73A-14FE-E76A-0EBF697BE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B63B76-45BF-54E9-44ED-34BC322EF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51B557-ADC1-2747-CA13-6FFF57B75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41BAC9-320B-DD62-069A-5511C86BE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09706-301A-1D4D-CCCB-07F6F066D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A098E-866D-4F32-055B-9FF3E0A2F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8432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094C1-4767-FBC7-33EA-A169F82D2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F409A-6F41-1640-39AA-6BC144CA6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CDBD-EE3C-C59C-62E7-AB9D0D813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1DE10-F70C-0B32-7A62-B7A20BFA6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01491-F175-3ED4-E8BF-101CC61CE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832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722A1B-CA41-1E78-F8EC-4D3196A369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09ABF9-A2AD-D1C9-4270-794E9AE5B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1E763-FBBF-5271-FD43-11FACCBD3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3D878-B843-D77C-0BB5-4C1DA9C74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4CDAF-5933-32E0-81A8-CC03B4B94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31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1D0066-416D-3590-C184-3DCA37D7D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B6247-26A7-6904-5179-C89B6CB55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34C49-C4F1-B98A-5A15-F715969F4D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3C9A7F-A4D0-47D6-B3FA-3E3F62E0CCCD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7D347-C627-200D-510D-7278E9A5B2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3DEAC-30EE-3D0B-E638-340C8AF3FB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287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029538-A985-D74A-78D0-08B761312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797" y="381346"/>
            <a:ext cx="5334000" cy="4000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B5CD12-4AB2-5227-DDAA-89B68D6D17EC}"/>
              </a:ext>
            </a:extLst>
          </p:cNvPr>
          <p:cNvSpPr txBox="1"/>
          <p:nvPr/>
        </p:nvSpPr>
        <p:spPr>
          <a:xfrm>
            <a:off x="950499" y="4496754"/>
            <a:ext cx="8315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w2nbg = cut(src_nobg,line_proj,0.04,0.04,[-0.1,0.1],[90,110])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650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2C1FF-3F04-3E43-93A0-7206DFCC0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F8B06-6377-CFEA-4DF7-3ED17BC48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5" y="340264"/>
            <a:ext cx="4196621" cy="314746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D633A5F-C4AF-8BF8-C0F4-9BD8B759B873}"/>
              </a:ext>
            </a:extLst>
          </p:cNvPr>
          <p:cNvSpPr/>
          <p:nvPr/>
        </p:nvSpPr>
        <p:spPr>
          <a:xfrm rot="2840540">
            <a:off x="433548" y="2038401"/>
            <a:ext cx="2676451" cy="45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9575E1-62C5-9B3C-47C6-45EFE4C95AD5}"/>
              </a:ext>
            </a:extLst>
          </p:cNvPr>
          <p:cNvSpPr txBox="1"/>
          <p:nvPr/>
        </p:nvSpPr>
        <p:spPr>
          <a:xfrm>
            <a:off x="3791608" y="92927"/>
            <a:ext cx="88838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w2 = cut(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src,line_proj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([-1,1,0],[1,1,0]),0.04,[-0.1,0.1],[-0.1,0.1],5)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9FF150-3CA0-D3DA-DCFE-27C0AB7F4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690" y="400704"/>
            <a:ext cx="5334000" cy="4000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7FDFED-2AFE-2B9E-512F-25808F332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690" y="2708731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945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6546E-9413-ABD7-2656-566AC616A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9BDAA3-A27B-DA69-A1B0-FAC25FD1A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69" y="158955"/>
            <a:ext cx="4196621" cy="314746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02EAFE2-D489-E4B2-CFEB-0B39C4893ECD}"/>
              </a:ext>
            </a:extLst>
          </p:cNvPr>
          <p:cNvSpPr/>
          <p:nvPr/>
        </p:nvSpPr>
        <p:spPr>
          <a:xfrm rot="2840540">
            <a:off x="874987" y="1833446"/>
            <a:ext cx="2676451" cy="45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95D9CA-7833-A834-B10A-496D5E4B9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022" y="2898000"/>
            <a:ext cx="5280000" cy="396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BD36F5B-346A-A5B3-955B-C2BB2645F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131" y="356695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167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E76D4-6591-DD72-FA5A-0F9654464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0B3392-57E5-57DA-1391-03345ABAD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5" y="340264"/>
            <a:ext cx="4196621" cy="314746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AB95DBE-775F-2C39-08E2-86F6BA5C9FB4}"/>
              </a:ext>
            </a:extLst>
          </p:cNvPr>
          <p:cNvSpPr/>
          <p:nvPr/>
        </p:nvSpPr>
        <p:spPr>
          <a:xfrm rot="2840540">
            <a:off x="1975219" y="2059512"/>
            <a:ext cx="357802" cy="56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390D45-CC3A-E24F-61A3-0DDE9CA1A3BF}"/>
              </a:ext>
            </a:extLst>
          </p:cNvPr>
          <p:cNvSpPr/>
          <p:nvPr/>
        </p:nvSpPr>
        <p:spPr>
          <a:xfrm rot="2840540">
            <a:off x="2261625" y="2369567"/>
            <a:ext cx="357802" cy="56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26616F-7690-DCB3-E17B-B44C787110A7}"/>
              </a:ext>
            </a:extLst>
          </p:cNvPr>
          <p:cNvSpPr txBox="1"/>
          <p:nvPr/>
        </p:nvSpPr>
        <p:spPr>
          <a:xfrm>
            <a:off x="4118085" y="247783"/>
            <a:ext cx="807391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w2_11 = cut(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src_nobg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line_proj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([-1,1,0],[1,1,0],'offset',[1,1,0]),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[0,0.03,2],[-0.1,0.1],[-0.1,0.1],[-50,5,500],</a:t>
            </a:r>
          </a:p>
          <a:p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SymopReflection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normvec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',[-1,1,0]))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3E37E6-2593-2840-CA2B-A7B693976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083" y="2087900"/>
            <a:ext cx="5334000" cy="4000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871ADEA-3AB2-854D-58C4-CD2716CEF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89" y="3452648"/>
            <a:ext cx="4540469" cy="3405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972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E0E40-6016-E22F-AF42-B240F5543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881A54-3818-6C58-9DA8-0E2C32B72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86" y="1696280"/>
            <a:ext cx="4620587" cy="346544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D23F44D-14B6-2F35-6022-00976BFF378F}"/>
              </a:ext>
            </a:extLst>
          </p:cNvPr>
          <p:cNvSpPr/>
          <p:nvPr/>
        </p:nvSpPr>
        <p:spPr>
          <a:xfrm rot="19150988" flipV="1">
            <a:off x="2108308" y="3764211"/>
            <a:ext cx="639778" cy="45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7DB61A-F7A8-601D-4165-A118D026F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869" y="1696280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80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A5B02-C3B0-0981-5462-FB84CC9D7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3C498D-6495-0292-B89C-4DBB97380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86" y="1696280"/>
            <a:ext cx="4620587" cy="34654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EEC3E5-4981-47EE-C348-3A93D920C749}"/>
              </a:ext>
            </a:extLst>
          </p:cNvPr>
          <p:cNvSpPr txBox="1"/>
          <p:nvPr/>
        </p:nvSpPr>
        <p:spPr>
          <a:xfrm>
            <a:off x="417786" y="232182"/>
            <a:ext cx="11674366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w2_11sym = cut(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src_nobg,line_proj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([1,1,0],[-1,1,0],'offset',[-1,1,0]),[-2,0.04,2],[-0.1,0.1],[-0.1,0.1],5,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SymopRotation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([0,0,1],45),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SymopRotation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([0,0,1],135),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SymopRotation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([0,0,1],180)})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757C56-3645-CA32-AF90-801C4637A87F}"/>
              </a:ext>
            </a:extLst>
          </p:cNvPr>
          <p:cNvSpPr/>
          <p:nvPr/>
        </p:nvSpPr>
        <p:spPr>
          <a:xfrm flipV="1">
            <a:off x="2297488" y="3575031"/>
            <a:ext cx="639778" cy="45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611CA6-87AF-797B-DB8A-6D6E185FF885}"/>
              </a:ext>
            </a:extLst>
          </p:cNvPr>
          <p:cNvSpPr/>
          <p:nvPr/>
        </p:nvSpPr>
        <p:spPr>
          <a:xfrm rot="16200000" flipV="1">
            <a:off x="2717903" y="3940264"/>
            <a:ext cx="639778" cy="45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9CD2BB-3744-3D2A-9F1F-2A9DC35876E4}"/>
              </a:ext>
            </a:extLst>
          </p:cNvPr>
          <p:cNvSpPr/>
          <p:nvPr/>
        </p:nvSpPr>
        <p:spPr>
          <a:xfrm rot="19150988" flipV="1">
            <a:off x="2491930" y="4226669"/>
            <a:ext cx="639778" cy="45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F8A3D7-777A-D058-8ECF-07C47B729188}"/>
              </a:ext>
            </a:extLst>
          </p:cNvPr>
          <p:cNvSpPr/>
          <p:nvPr/>
        </p:nvSpPr>
        <p:spPr>
          <a:xfrm rot="19150988" flipV="1">
            <a:off x="2108308" y="3764211"/>
            <a:ext cx="639778" cy="45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1E752A-66A8-4741-0C15-3845B4207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048" y="2106667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763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124</Words>
  <Application>Microsoft Office PowerPoint</Application>
  <PresentationFormat>Widescreen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Buts, Alex (STFC,RAL,ISIS)</dc:creator>
  <cp:lastModifiedBy>Buts, Alex (STFC,RAL,ISIS)</cp:lastModifiedBy>
  <cp:revision>8</cp:revision>
  <dcterms:created xsi:type="dcterms:W3CDTF">2026-03-16T17:51:30Z</dcterms:created>
  <dcterms:modified xsi:type="dcterms:W3CDTF">2026-03-16T18:42:26Z</dcterms:modified>
</cp:coreProperties>
</file>