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10" d="100"/>
          <a:sy n="110" d="100"/>
        </p:scale>
        <p:origin x="-48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795C0-79E9-4BEA-B191-4EE5220DB726}" type="datetimeFigureOut">
              <a:rPr lang="en-GB" smtClean="0"/>
              <a:t>23/06/2017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97A8-6E47-4F1C-A5CF-DF5D529263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0870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795C0-79E9-4BEA-B191-4EE5220DB726}" type="datetimeFigureOut">
              <a:rPr lang="en-GB" smtClean="0"/>
              <a:t>23/06/2017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97A8-6E47-4F1C-A5CF-DF5D529263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1558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795C0-79E9-4BEA-B191-4EE5220DB726}" type="datetimeFigureOut">
              <a:rPr lang="en-GB" smtClean="0"/>
              <a:t>23/06/2017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97A8-6E47-4F1C-A5CF-DF5D529263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05307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795C0-79E9-4BEA-B191-4EE5220DB726}" type="datetimeFigureOut">
              <a:rPr lang="en-GB" smtClean="0"/>
              <a:t>23/06/2017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97A8-6E47-4F1C-A5CF-DF5D529263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2614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795C0-79E9-4BEA-B191-4EE5220DB726}" type="datetimeFigureOut">
              <a:rPr lang="en-GB" smtClean="0"/>
              <a:t>23/06/2017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97A8-6E47-4F1C-A5CF-DF5D529263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40036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795C0-79E9-4BEA-B191-4EE5220DB726}" type="datetimeFigureOut">
              <a:rPr lang="en-GB" smtClean="0"/>
              <a:t>23/06/2017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97A8-6E47-4F1C-A5CF-DF5D529263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8832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795C0-79E9-4BEA-B191-4EE5220DB726}" type="datetimeFigureOut">
              <a:rPr lang="en-GB" smtClean="0"/>
              <a:t>23/06/2017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97A8-6E47-4F1C-A5CF-DF5D529263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627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795C0-79E9-4BEA-B191-4EE5220DB726}" type="datetimeFigureOut">
              <a:rPr lang="en-GB" smtClean="0"/>
              <a:t>23/06/2017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97A8-6E47-4F1C-A5CF-DF5D529263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40390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795C0-79E9-4BEA-B191-4EE5220DB726}" type="datetimeFigureOut">
              <a:rPr lang="en-GB" smtClean="0"/>
              <a:t>23/06/2017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97A8-6E47-4F1C-A5CF-DF5D529263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3250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795C0-79E9-4BEA-B191-4EE5220DB726}" type="datetimeFigureOut">
              <a:rPr lang="en-GB" smtClean="0"/>
              <a:t>23/06/2017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97A8-6E47-4F1C-A5CF-DF5D529263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92356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795C0-79E9-4BEA-B191-4EE5220DB726}" type="datetimeFigureOut">
              <a:rPr lang="en-GB" smtClean="0"/>
              <a:t>23/06/2017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97A8-6E47-4F1C-A5CF-DF5D529263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7052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A795C0-79E9-4BEA-B191-4EE5220DB726}" type="datetimeFigureOut">
              <a:rPr lang="en-GB" smtClean="0"/>
              <a:t>23/06/2017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5797A8-6E47-4F1C-A5CF-DF5D529263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8119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 descr="Image result for bcc Brillouin zon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7" name="AutoShape 4" descr="Image result for bcc Brillouin zone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1030" name="Picture 6" descr="Image result for bcc Brillouin zon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7039" y="836713"/>
            <a:ext cx="2285054" cy="2016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1" name="Picture 7" descr="T:\experiments\fe\Pix\bcc_bz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692696"/>
            <a:ext cx="2706936" cy="2571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T:\experiments\fe\Pix\bcc_bz_2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775" y="980728"/>
            <a:ext cx="2073366" cy="2082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251520" y="160337"/>
            <a:ext cx="360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Bcc Brillouin zone</a:t>
            </a:r>
            <a:endParaRPr lang="en-GB" dirty="0"/>
          </a:p>
        </p:txBody>
      </p:sp>
      <p:sp>
        <p:nvSpPr>
          <p:cNvPr id="10" name="Rectangle 9"/>
          <p:cNvSpPr/>
          <p:nvPr/>
        </p:nvSpPr>
        <p:spPr>
          <a:xfrm>
            <a:off x="1547664" y="4221088"/>
            <a:ext cx="1728192" cy="165618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/>
          <p:cNvSpPr txBox="1"/>
          <p:nvPr/>
        </p:nvSpPr>
        <p:spPr>
          <a:xfrm>
            <a:off x="2506121" y="4997815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ym typeface="Symbol"/>
              </a:rPr>
              <a:t>N</a:t>
            </a:r>
            <a:endParaRPr lang="en-GB" dirty="0"/>
          </a:p>
        </p:txBody>
      </p:sp>
      <p:sp>
        <p:nvSpPr>
          <p:cNvPr id="16" name="TextBox 15"/>
          <p:cNvSpPr txBox="1"/>
          <p:nvPr/>
        </p:nvSpPr>
        <p:spPr>
          <a:xfrm>
            <a:off x="3419872" y="5733256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>
                <a:sym typeface="Symbol"/>
              </a:rPr>
              <a:t></a:t>
            </a:r>
            <a:endParaRPr lang="en-GB" dirty="0"/>
          </a:p>
        </p:txBody>
      </p:sp>
      <p:sp>
        <p:nvSpPr>
          <p:cNvPr id="17" name="TextBox 16"/>
          <p:cNvSpPr txBox="1"/>
          <p:nvPr/>
        </p:nvSpPr>
        <p:spPr>
          <a:xfrm>
            <a:off x="1254732" y="3857300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>
                <a:sym typeface="Symbol"/>
              </a:rPr>
              <a:t></a:t>
            </a:r>
            <a:endParaRPr lang="en-GB" dirty="0"/>
          </a:p>
        </p:txBody>
      </p:sp>
      <p:sp>
        <p:nvSpPr>
          <p:cNvPr id="18" name="TextBox 17"/>
          <p:cNvSpPr txBox="1"/>
          <p:nvPr/>
        </p:nvSpPr>
        <p:spPr>
          <a:xfrm>
            <a:off x="3347864" y="3940358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>
                <a:sym typeface="Symbol"/>
              </a:rPr>
              <a:t>H</a:t>
            </a:r>
            <a:endParaRPr lang="en-GB" dirty="0"/>
          </a:p>
        </p:txBody>
      </p:sp>
      <p:sp>
        <p:nvSpPr>
          <p:cNvPr id="19" name="TextBox 18"/>
          <p:cNvSpPr txBox="1"/>
          <p:nvPr/>
        </p:nvSpPr>
        <p:spPr>
          <a:xfrm>
            <a:off x="1254732" y="5877272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>
                <a:sym typeface="Symbol"/>
              </a:rPr>
              <a:t>H</a:t>
            </a:r>
            <a:endParaRPr lang="en-GB" dirty="0"/>
          </a:p>
        </p:txBody>
      </p:sp>
      <p:cxnSp>
        <p:nvCxnSpPr>
          <p:cNvPr id="13" name="Straight Connector 12"/>
          <p:cNvCxnSpPr/>
          <p:nvPr/>
        </p:nvCxnSpPr>
        <p:spPr>
          <a:xfrm flipH="1">
            <a:off x="1547664" y="4221088"/>
            <a:ext cx="1728192" cy="1656184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2361425" y="4975572"/>
            <a:ext cx="100670" cy="11772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Rectangle 22"/>
          <p:cNvSpPr/>
          <p:nvPr/>
        </p:nvSpPr>
        <p:spPr>
          <a:xfrm>
            <a:off x="4788024" y="4213558"/>
            <a:ext cx="1728192" cy="165618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4" name="Straight Connector 23"/>
          <p:cNvCxnSpPr>
            <a:stCxn id="23" idx="3"/>
            <a:endCxn id="23" idx="1"/>
          </p:cNvCxnSpPr>
          <p:nvPr/>
        </p:nvCxnSpPr>
        <p:spPr>
          <a:xfrm flipH="1">
            <a:off x="4788024" y="5041650"/>
            <a:ext cx="1728192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23" idx="0"/>
            <a:endCxn id="23" idx="2"/>
          </p:cNvCxnSpPr>
          <p:nvPr/>
        </p:nvCxnSpPr>
        <p:spPr>
          <a:xfrm>
            <a:off x="5652120" y="4213558"/>
            <a:ext cx="0" cy="1656184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409618" y="4824205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ym typeface="Symbol"/>
              </a:rPr>
              <a:t>N</a:t>
            </a:r>
            <a:endParaRPr lang="en-GB" dirty="0"/>
          </a:p>
        </p:txBody>
      </p:sp>
      <p:sp>
        <p:nvSpPr>
          <p:cNvPr id="32" name="TextBox 31"/>
          <p:cNvSpPr txBox="1"/>
          <p:nvPr/>
        </p:nvSpPr>
        <p:spPr>
          <a:xfrm>
            <a:off x="5472100" y="3755183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ym typeface="Symbol"/>
              </a:rPr>
              <a:t>N</a:t>
            </a:r>
            <a:endParaRPr lang="en-GB" dirty="0"/>
          </a:p>
        </p:txBody>
      </p:sp>
      <p:sp>
        <p:nvSpPr>
          <p:cNvPr id="33" name="TextBox 32"/>
          <p:cNvSpPr txBox="1"/>
          <p:nvPr/>
        </p:nvSpPr>
        <p:spPr>
          <a:xfrm>
            <a:off x="6660232" y="4864514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ym typeface="Symbol"/>
              </a:rPr>
              <a:t>N</a:t>
            </a:r>
            <a:endParaRPr lang="en-GB" dirty="0"/>
          </a:p>
        </p:txBody>
      </p:sp>
      <p:sp>
        <p:nvSpPr>
          <p:cNvPr id="34" name="TextBox 33"/>
          <p:cNvSpPr txBox="1"/>
          <p:nvPr/>
        </p:nvSpPr>
        <p:spPr>
          <a:xfrm>
            <a:off x="5550744" y="5920213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ym typeface="Symbol"/>
              </a:rPr>
              <a:t>N</a:t>
            </a:r>
            <a:endParaRPr lang="en-GB" dirty="0"/>
          </a:p>
        </p:txBody>
      </p:sp>
      <p:sp>
        <p:nvSpPr>
          <p:cNvPr id="35" name="TextBox 34"/>
          <p:cNvSpPr txBox="1"/>
          <p:nvPr/>
        </p:nvSpPr>
        <p:spPr>
          <a:xfrm>
            <a:off x="5730764" y="5103333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>
                <a:sym typeface="Symbol"/>
              </a:rPr>
              <a:t>P</a:t>
            </a:r>
            <a:endParaRPr lang="en-GB" dirty="0"/>
          </a:p>
        </p:txBody>
      </p:sp>
      <p:sp>
        <p:nvSpPr>
          <p:cNvPr id="36" name="TextBox 35"/>
          <p:cNvSpPr txBox="1"/>
          <p:nvPr/>
        </p:nvSpPr>
        <p:spPr>
          <a:xfrm>
            <a:off x="4427984" y="3841259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>
                <a:sym typeface="Symbol"/>
              </a:rPr>
              <a:t></a:t>
            </a:r>
            <a:endParaRPr lang="en-GB" b="1" dirty="0"/>
          </a:p>
        </p:txBody>
      </p:sp>
      <p:sp>
        <p:nvSpPr>
          <p:cNvPr id="37" name="TextBox 36"/>
          <p:cNvSpPr txBox="1"/>
          <p:nvPr/>
        </p:nvSpPr>
        <p:spPr>
          <a:xfrm>
            <a:off x="4427984" y="5805264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>
                <a:sym typeface="Symbol"/>
              </a:rPr>
              <a:t></a:t>
            </a:r>
            <a:endParaRPr lang="en-GB" b="1" dirty="0"/>
          </a:p>
        </p:txBody>
      </p:sp>
      <p:sp>
        <p:nvSpPr>
          <p:cNvPr id="38" name="TextBox 37"/>
          <p:cNvSpPr txBox="1"/>
          <p:nvPr/>
        </p:nvSpPr>
        <p:spPr>
          <a:xfrm>
            <a:off x="6557285" y="5869742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>
                <a:sym typeface="Symbol"/>
              </a:rPr>
              <a:t></a:t>
            </a:r>
            <a:endParaRPr lang="en-GB" b="1" dirty="0"/>
          </a:p>
        </p:txBody>
      </p:sp>
      <p:sp>
        <p:nvSpPr>
          <p:cNvPr id="39" name="TextBox 38"/>
          <p:cNvSpPr txBox="1"/>
          <p:nvPr/>
        </p:nvSpPr>
        <p:spPr>
          <a:xfrm>
            <a:off x="6588224" y="3884701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>
                <a:sym typeface="Symbol"/>
              </a:rPr>
              <a:t></a:t>
            </a:r>
            <a:endParaRPr lang="en-GB" b="1" dirty="0"/>
          </a:p>
        </p:txBody>
      </p:sp>
      <p:sp>
        <p:nvSpPr>
          <p:cNvPr id="40" name="Oval 39"/>
          <p:cNvSpPr/>
          <p:nvPr/>
        </p:nvSpPr>
        <p:spPr>
          <a:xfrm>
            <a:off x="5601785" y="4984215"/>
            <a:ext cx="100670" cy="11772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906017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372200" y="1661035"/>
            <a:ext cx="252028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Black: </a:t>
            </a:r>
            <a:r>
              <a:rPr lang="en-GB" dirty="0" err="1" smtClean="0"/>
              <a:t>nn</a:t>
            </a:r>
            <a:endParaRPr lang="en-GB" dirty="0" smtClean="0"/>
          </a:p>
          <a:p>
            <a:endParaRPr lang="en-GB" dirty="0"/>
          </a:p>
          <a:p>
            <a:r>
              <a:rPr lang="en-GB" dirty="0" smtClean="0"/>
              <a:t>Red: 0, 1</a:t>
            </a:r>
          </a:p>
          <a:p>
            <a:endParaRPr lang="en-GB" dirty="0"/>
          </a:p>
          <a:p>
            <a:r>
              <a:rPr lang="en-GB" dirty="0" smtClean="0"/>
              <a:t>Blue: 0, 2</a:t>
            </a:r>
          </a:p>
          <a:p>
            <a:endParaRPr lang="en-GB" dirty="0"/>
          </a:p>
          <a:p>
            <a:r>
              <a:rPr lang="en-GB" dirty="0" smtClean="0"/>
              <a:t>Mag: 0, 1, 2</a:t>
            </a:r>
            <a:endParaRPr lang="en-GB" dirty="0"/>
          </a:p>
        </p:txBody>
      </p:sp>
      <p:sp>
        <p:nvSpPr>
          <p:cNvPr id="9" name="TextBox 8"/>
          <p:cNvSpPr txBox="1"/>
          <p:nvPr/>
        </p:nvSpPr>
        <p:spPr>
          <a:xfrm>
            <a:off x="4355976" y="476672"/>
            <a:ext cx="244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J0=30   j1=10   j2=2.5</a:t>
            </a:r>
            <a:endParaRPr lang="en-GB" dirty="0"/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64704"/>
            <a:ext cx="5327650" cy="399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214945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5468</TotalTime>
  <Words>40</Words>
  <Application>Microsoft Office PowerPoint</Application>
  <PresentationFormat>On-screen Show (4:3)</PresentationFormat>
  <Paragraphs>23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PowerPoint Presentation</vt:lpstr>
      <vt:lpstr>PowerPoint Presentation</vt:lpstr>
    </vt:vector>
  </TitlesOfParts>
  <Company>STFC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Perring, Toby (STFC,RAL,ISIS)</dc:creator>
  <cp:lastModifiedBy>Perring, Toby (STFC,RAL,ISIS)</cp:lastModifiedBy>
  <cp:revision>8</cp:revision>
  <dcterms:created xsi:type="dcterms:W3CDTF">2017-06-23T19:12:16Z</dcterms:created>
  <dcterms:modified xsi:type="dcterms:W3CDTF">2017-06-27T14:21:02Z</dcterms:modified>
</cp:coreProperties>
</file>